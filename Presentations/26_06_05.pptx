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CH" dirty="0" err="1"/>
              <a:t>Debug</a:t>
            </a:r>
            <a:r>
              <a:rPr lang="de-CH" dirty="0"/>
              <a:t> </a:t>
            </a:r>
            <a:r>
              <a:rPr lang="de-CH" dirty="0" err="1"/>
              <a:t>Builds</a:t>
            </a:r>
            <a:endParaRPr lang="de-CH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CH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B97-42C8-A28E-2C9D5301FAC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B97-42C8-A28E-2C9D5301FAC1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B97-42C8-A28E-2C9D5301FA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707</c:v>
                </c:pt>
                <c:pt idx="1">
                  <c:v>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97-42C8-A28E-2C9D5301FA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CH" dirty="0"/>
              <a:t>Release </a:t>
            </a:r>
            <a:r>
              <a:rPr lang="de-CH" dirty="0" err="1"/>
              <a:t>Builds</a:t>
            </a:r>
            <a:endParaRPr lang="de-CH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CH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012-49C1-81AE-E3FF3E8EA06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012-49C1-81AE-E3FF3E8EA061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012-49C1-81AE-E3FF3E8EA0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702</c:v>
                </c:pt>
                <c:pt idx="1">
                  <c:v>260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12-49C1-81AE-E3FF3E8EA0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CH" dirty="0" err="1"/>
              <a:t>Debug</a:t>
            </a:r>
            <a:r>
              <a:rPr lang="de-CH" dirty="0"/>
              <a:t> </a:t>
            </a:r>
            <a:r>
              <a:rPr lang="de-CH" dirty="0" err="1"/>
              <a:t>Builds</a:t>
            </a:r>
            <a:endParaRPr lang="de-CH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CH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349-45E0-8FD1-EE93946B304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349-45E0-8FD1-EE93946B304D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349-45E0-8FD1-EE93946B304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234</c:v>
                </c:pt>
                <c:pt idx="1">
                  <c:v>258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349-45E0-8FD1-EE93946B30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CH" dirty="0"/>
              <a:t>Release </a:t>
            </a:r>
            <a:r>
              <a:rPr lang="de-CH" dirty="0" err="1"/>
              <a:t>Builds</a:t>
            </a:r>
            <a:endParaRPr lang="de-CH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CH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611-423B-9F00-ED5350BCA55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611-423B-9F00-ED5350BCA557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11-423B-9F00-ED5350BCA55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126</c:v>
                </c:pt>
                <c:pt idx="1">
                  <c:v>366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611-423B-9F00-ED5350BCA5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CH" dirty="0" err="1"/>
              <a:t>Debug</a:t>
            </a:r>
            <a:r>
              <a:rPr lang="de-CH" dirty="0"/>
              <a:t> </a:t>
            </a:r>
            <a:r>
              <a:rPr lang="de-CH" dirty="0" err="1"/>
              <a:t>Builds</a:t>
            </a:r>
            <a:endParaRPr lang="de-CH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CH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FE5-45CA-B9DA-43B68734F9B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FE5-45CA-B9DA-43B68734F9BD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FE5-45CA-B9DA-43B68734F9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164</c:v>
                </c:pt>
                <c:pt idx="1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FE5-45CA-B9DA-43B68734F9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CH" dirty="0"/>
              <a:t>Release </a:t>
            </a:r>
            <a:r>
              <a:rPr lang="de-CH" dirty="0" err="1"/>
              <a:t>Builds</a:t>
            </a:r>
            <a:endParaRPr lang="de-CH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CH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63F-48A8-8E2F-8074E2835D3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63F-48A8-8E2F-8074E2835D3E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63F-48A8-8E2F-8074E2835D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91</c:v>
                </c:pt>
                <c:pt idx="1">
                  <c:v>353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63F-48A8-8E2F-8074E2835D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DED22-2F18-4186-A5E6-38CCBAC75306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20455-CDED-42EC-B222-482D3D9D3B7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48781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Symbol" panose="05050102010706020507" pitchFamily="18" charset="2"/>
              <a:buChar char="Þ"/>
            </a:pPr>
            <a:r>
              <a:rPr lang="de-CH" dirty="0"/>
              <a:t>Technologies in Implementation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de-CH" dirty="0"/>
              <a:t>Fehleranalyse für </a:t>
            </a:r>
            <a:r>
              <a:rPr lang="de-CH" dirty="0" err="1"/>
              <a:t>Implentation</a:t>
            </a:r>
            <a:endParaRPr lang="de-CH" dirty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de-CH" dirty="0" err="1"/>
              <a:t>Results</a:t>
            </a:r>
            <a:r>
              <a:rPr lang="de-CH" dirty="0"/>
              <a:t>, </a:t>
            </a:r>
            <a:r>
              <a:rPr lang="de-CH" dirty="0" err="1"/>
              <a:t>Discussion</a:t>
            </a:r>
            <a:r>
              <a:rPr lang="de-CH" dirty="0"/>
              <a:t>, </a:t>
            </a:r>
            <a:r>
              <a:rPr lang="de-CH" dirty="0" err="1"/>
              <a:t>Conclusion</a:t>
            </a:r>
            <a:r>
              <a:rPr lang="de-CH" dirty="0"/>
              <a:t>, Future Work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de-CH" dirty="0" err="1"/>
              <a:t>Discussion</a:t>
            </a:r>
            <a:r>
              <a:rPr lang="de-CH" dirty="0"/>
              <a:t> Arbeit interfragen, Validität (Threats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Validity</a:t>
            </a:r>
            <a:r>
              <a:rPr lang="de-CH" dirty="0"/>
              <a:t>) 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de-CH" dirty="0"/>
              <a:t>Ground Truth validieren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20455-CDED-42EC-B222-482D3D9D3B72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70534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Tabelle mit Anzahl APKs, TPLs etc.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20455-CDED-42EC-B222-482D3D9D3B72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1340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7723C4-61F1-B73D-D267-63C618885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EE62831-BF67-FD2D-7BFA-024AB88B2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944A23-1AF3-8ADB-406C-6D2A279FC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CE0B-0674-4A78-99C0-B1837EDD7E5D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17F2CE-C696-5E28-2EA4-C2211435C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E7DFB6-1CCF-F336-7037-5E1E904A6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E80C1-A0D6-4916-BB02-EBC6A507A4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37631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B2624-4A20-3860-7070-0B9E8C903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821E07-B6DE-D0C9-FBCD-E4380E533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EF2C53-4BDD-D24E-1D0E-1B8FB862B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CE0B-0674-4A78-99C0-B1837EDD7E5D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DEF88A-ACE2-0A4A-1AB1-6DACB144C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52F71E-00E7-8A29-F0B1-36B7B550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E80C1-A0D6-4916-BB02-EBC6A507A4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1359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D93DAA-C2C6-A331-1C28-1128ABA9F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1D44FE-5192-CE96-A08D-1EF0B7B45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78B553-7784-00E0-558A-2CA89E0F0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CE0B-0674-4A78-99C0-B1837EDD7E5D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E8E542-BCBA-6316-737D-E6DF581CF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AF017C-4762-208D-64F9-A1CADE5E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E80C1-A0D6-4916-BB02-EBC6A507A4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74378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D42DFD-2B25-2B4A-2A7F-C0DF9A632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FA1F52-163B-62E4-FDCA-AC0361262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2B58055-4887-82EE-8450-8FD87CFF9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5B7FDE-C0AD-622C-58EB-85E251D7B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CE0B-0674-4A78-99C0-B1837EDD7E5D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21F479-2C48-53EB-1E2B-AF4749985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B9A3AE-F2D7-66DC-EA1C-588F2DDC2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E80C1-A0D6-4916-BB02-EBC6A507A4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36401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6B16ED-9FE1-BACB-D9F3-4710E0FC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C446FC-4798-BA22-278B-1FC560E23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B1079BE-77E5-BD0E-6F85-020736742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4DE6485-3038-24CD-C4EA-8C31BB4B9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FC80EC1-C793-3E3F-BA43-1CF7EBD86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73EA659-EFE1-5D64-BA1A-D6B8C74E7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CE0B-0674-4A78-99C0-B1837EDD7E5D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48EE400-B514-5758-9CCC-2C729C603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FCC88F-4C63-A099-8710-FD9AEBA8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E80C1-A0D6-4916-BB02-EBC6A507A4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09442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A72496-899A-4C2B-116C-FCA5C1AE1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6EC173B-A396-8365-F328-29B0B0B9B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CE0B-0674-4A78-99C0-B1837EDD7E5D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535EB7-D3E8-96EC-C3EF-F779F8B9E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CC7AED-87F0-1980-50E6-BEE49E630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E80C1-A0D6-4916-BB02-EBC6A507A4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01903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8DEAFB2-B5DE-2BF3-04E0-062F6FE22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CE0B-0674-4A78-99C0-B1837EDD7E5D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E9945BA-66C9-7450-D85E-7D77A3C38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3A6FE8-AEC3-FFDC-E36F-C3A319A83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E80C1-A0D6-4916-BB02-EBC6A507A4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9375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D736E5-24B9-AA09-90AD-9CE52A4F8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B2F321-1596-367E-6BF2-E6E1B799C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9C978D-F698-19A2-C17D-DD936EF87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42319B-2B2B-C300-EE1E-8DE48DF9D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CE0B-0674-4A78-99C0-B1837EDD7E5D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8E8502-04EA-85DE-67A0-2932FD776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EA9507-A0B1-2413-7780-17E7ED40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E80C1-A0D6-4916-BB02-EBC6A507A4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32944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04D43-EADC-D5F3-B040-8F26858E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7E3555A-FCC1-59CD-38D9-2FFB5D0041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4DDC38-8F8F-7BE2-569B-63CEA5A4D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3C8E9B-2597-A35E-F199-DAB4F6B30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CE0B-0674-4A78-99C0-B1837EDD7E5D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3A8C63-33D4-14C7-4496-2AADF010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AD2EDA4-55BE-20E2-9E5F-4D96E6C5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E80C1-A0D6-4916-BB02-EBC6A507A4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955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A1CA19-2D99-C932-75E7-3CFF6D0A1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557CEFB-1731-DEBB-0A21-25DBCD42C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BBDF41-B1D3-C328-0F97-508A50BC6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CE0B-0674-4A78-99C0-B1837EDD7E5D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B964FA-7DFB-DB70-F050-CF603C73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A41D34-DB7F-A0CD-732E-94DF84DA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E80C1-A0D6-4916-BB02-EBC6A507A4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859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56921B5-4426-5E5C-36CF-DC32BEDC6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2E91DE8-8AC2-AB3C-A449-612AE6075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7B1E23-F01C-B5F3-7805-03C882BDE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CE0B-0674-4A78-99C0-B1837EDD7E5D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747294-0382-4E7A-FD53-829852630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6A58F0-0F75-61B0-39A2-A2220935F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E80C1-A0D6-4916-BB02-EBC6A507A4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62119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97CAD1F-5835-CC8A-2A35-4B5F6BE46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9DB7A2-5346-7073-7C7F-66CCA4C2B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AF8DDC-11B2-9E59-58DB-2EA40962A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8CE0B-0674-4A78-99C0-B1837EDD7E5D}" type="datetimeFigureOut">
              <a:rPr lang="de-CH" smtClean="0"/>
              <a:t>05.06.2026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165D0E-46B4-FB54-432B-8BB2DE67AF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83F5DC-B4F4-514D-ABE4-BAC119E45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2E80C1-A0D6-4916-BB02-EBC6A507A4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99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89F9B0-7F33-AC44-CE5B-7F78C15A10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Bachelor Thesis </a:t>
            </a:r>
            <a:r>
              <a:rPr lang="de-CH"/>
              <a:t>Meeting 05.06</a:t>
            </a:r>
            <a:r>
              <a:rPr lang="de-CH" dirty="0"/>
              <a:t>.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EED3B46-7D6D-CB3E-AB23-F585F06201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Tim Jordi &amp; Thomas Sutter</a:t>
            </a:r>
          </a:p>
        </p:txBody>
      </p:sp>
    </p:spTree>
    <p:extLst>
      <p:ext uri="{BB962C8B-B14F-4D97-AF65-F5344CB8AC3E}">
        <p14:creationId xmlns:p14="http://schemas.microsoft.com/office/powerpoint/2010/main" val="2102632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C3295E-2E77-A5C6-A79E-93ACB90C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Recap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F17F14-9D52-EE70-AD89-2EB3F30EA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01ACB08-41C8-1FD7-1DCD-A39A690DC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89" y="1657103"/>
            <a:ext cx="6503669" cy="291489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3127DFF-F555-079C-8E56-245BD6E86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813" y="3561890"/>
            <a:ext cx="4725059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04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E8341D-A9EA-9E17-DE6D-A09F56AD0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wurde gemacht?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D7299F-5BAF-65F7-1DB3-3A18959D6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Cordova fixes</a:t>
            </a:r>
          </a:p>
          <a:p>
            <a:r>
              <a:rPr lang="de-CH" dirty="0"/>
              <a:t>.NET </a:t>
            </a:r>
            <a:r>
              <a:rPr lang="de-CH" dirty="0" err="1"/>
              <a:t>maui</a:t>
            </a:r>
            <a:r>
              <a:rPr lang="de-CH" dirty="0"/>
              <a:t> release </a:t>
            </a:r>
            <a:r>
              <a:rPr lang="de-CH" dirty="0" err="1"/>
              <a:t>Builds</a:t>
            </a:r>
            <a:endParaRPr lang="de-CH" dirty="0"/>
          </a:p>
          <a:p>
            <a:r>
              <a:rPr lang="de-CH" dirty="0"/>
              <a:t>Unity </a:t>
            </a:r>
            <a:r>
              <a:rPr lang="de-CH" dirty="0" err="1"/>
              <a:t>workflow</a:t>
            </a:r>
            <a:endParaRPr lang="de-CH" dirty="0"/>
          </a:p>
          <a:p>
            <a:r>
              <a:rPr lang="de-CH" dirty="0"/>
              <a:t>RN R8 fixes</a:t>
            </a:r>
          </a:p>
          <a:p>
            <a:r>
              <a:rPr lang="de-CH" dirty="0"/>
              <a:t>Arbeit schreiben</a:t>
            </a:r>
          </a:p>
        </p:txBody>
      </p:sp>
    </p:spTree>
    <p:extLst>
      <p:ext uri="{BB962C8B-B14F-4D97-AF65-F5344CB8AC3E}">
        <p14:creationId xmlns:p14="http://schemas.microsoft.com/office/powerpoint/2010/main" val="3890658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C93498-A278-F339-9FF7-45DA1874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Maui</a:t>
            </a:r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127A9E22-259D-4DA2-4991-F7B21FC998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8477244"/>
              </p:ext>
            </p:extLst>
          </p:nvPr>
        </p:nvGraphicFramePr>
        <p:xfrm>
          <a:off x="838200" y="2895599"/>
          <a:ext cx="4256314" cy="3281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Inhaltsplatzhalter 5">
            <a:extLst>
              <a:ext uri="{FF2B5EF4-FFF2-40B4-BE49-F238E27FC236}">
                <a16:creationId xmlns:a16="http://schemas.microsoft.com/office/drawing/2014/main" id="{537D35C2-6B1C-00A2-CE49-BB35766D61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8805483"/>
              </p:ext>
            </p:extLst>
          </p:nvPr>
        </p:nvGraphicFramePr>
        <p:xfrm>
          <a:off x="5715000" y="2895599"/>
          <a:ext cx="5010912" cy="3281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59351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7B9FE2-EBFB-E8F5-22AC-F709EA1D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RN</a:t>
            </a:r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6FAEF77B-4C10-C7A2-E0F2-1EA81EE169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337251"/>
              </p:ext>
            </p:extLst>
          </p:nvPr>
        </p:nvGraphicFramePr>
        <p:xfrm>
          <a:off x="838200" y="3291841"/>
          <a:ext cx="4776216" cy="28851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Inhaltsplatzhalter 5">
            <a:extLst>
              <a:ext uri="{FF2B5EF4-FFF2-40B4-BE49-F238E27FC236}">
                <a16:creationId xmlns:a16="http://schemas.microsoft.com/office/drawing/2014/main" id="{CF46501D-7932-A5EA-B015-81E3EF8A46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9800037"/>
              </p:ext>
            </p:extLst>
          </p:nvPr>
        </p:nvGraphicFramePr>
        <p:xfrm>
          <a:off x="5724144" y="3428999"/>
          <a:ext cx="4517136" cy="2747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3474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2CDC2B-0A99-F571-5515-4DD65577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Cordova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EC0A84-3F1F-99DC-6D80-8200D69D9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FBE0DF0F-1A75-7B93-4237-F6F1B24BC8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8746719"/>
              </p:ext>
            </p:extLst>
          </p:nvPr>
        </p:nvGraphicFramePr>
        <p:xfrm>
          <a:off x="838200" y="3291841"/>
          <a:ext cx="4776216" cy="28851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Inhaltsplatzhalter 5">
            <a:extLst>
              <a:ext uri="{FF2B5EF4-FFF2-40B4-BE49-F238E27FC236}">
                <a16:creationId xmlns:a16="http://schemas.microsoft.com/office/drawing/2014/main" id="{FC79D967-0B64-2167-F986-6785849761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7989640"/>
              </p:ext>
            </p:extLst>
          </p:nvPr>
        </p:nvGraphicFramePr>
        <p:xfrm>
          <a:off x="5724144" y="3428999"/>
          <a:ext cx="4517136" cy="2747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25317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5548ED-EA74-66DF-3B2D-9DE0CE3C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Problem: Unity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D3242B-D3C1-795B-6E5E-9FF0BB722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Workflow funktioniert so weit</a:t>
            </a:r>
          </a:p>
          <a:p>
            <a:r>
              <a:rPr lang="de-CH" dirty="0"/>
              <a:t>Lizenz unmöglich auf </a:t>
            </a:r>
            <a:r>
              <a:rPr lang="de-CH" dirty="0" err="1"/>
              <a:t>headless</a:t>
            </a:r>
            <a:r>
              <a:rPr lang="de-CH" dirty="0"/>
              <a:t> Linux</a:t>
            </a:r>
          </a:p>
          <a:p>
            <a:r>
              <a:rPr lang="de-CH" dirty="0"/>
              <a:t>Lösung?</a:t>
            </a:r>
          </a:p>
        </p:txBody>
      </p:sp>
    </p:spTree>
    <p:extLst>
      <p:ext uri="{BB962C8B-B14F-4D97-AF65-F5344CB8AC3E}">
        <p14:creationId xmlns:p14="http://schemas.microsoft.com/office/powerpoint/2010/main" val="3388898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046C66-C07B-17FB-45DF-D488D4BDF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Arbeit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B00A4F-BB78-7F7A-0C6B-474B0557D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14 Seiten Text</a:t>
            </a:r>
          </a:p>
          <a:p>
            <a:r>
              <a:rPr lang="de-CH" dirty="0"/>
              <a:t>24 Quellen, teilweise Links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32978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14035B-8E43-A1C8-1B3A-6F0D20213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2A5FFF-A537-08FD-BBC6-69F721389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B34BD09-2EE4-A8FF-BA38-75E8EBC97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390" y="13811"/>
            <a:ext cx="6049219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70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984860-A79B-5CF1-B303-974E2A47E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Woran bin ich?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9C863A-2E11-06A0-8E92-634C70547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Datenanalyse für Grafiken</a:t>
            </a:r>
          </a:p>
          <a:p>
            <a:r>
              <a:rPr lang="de-CH" dirty="0"/>
              <a:t>Arbeit schreiben (insbesondere Kapitel Implementation, </a:t>
            </a:r>
            <a:r>
              <a:rPr lang="de-CH" dirty="0" err="1"/>
              <a:t>Results</a:t>
            </a:r>
            <a:r>
              <a:rPr lang="de-CH" dirty="0"/>
              <a:t> &amp; </a:t>
            </a:r>
            <a:r>
              <a:rPr lang="de-CH" dirty="0" err="1"/>
              <a:t>Conclusion</a:t>
            </a:r>
            <a:r>
              <a:rPr lang="de-CH" dirty="0"/>
              <a:t>)</a:t>
            </a:r>
          </a:p>
          <a:p>
            <a:r>
              <a:rPr lang="de-CH" dirty="0"/>
              <a:t>Unity </a:t>
            </a:r>
          </a:p>
        </p:txBody>
      </p:sp>
    </p:spTree>
    <p:extLst>
      <p:ext uri="{BB962C8B-B14F-4D97-AF65-F5344CB8AC3E}">
        <p14:creationId xmlns:p14="http://schemas.microsoft.com/office/powerpoint/2010/main" val="2008441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063FF6-3E29-F567-462B-9B324B719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ist geplant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574407-77DD-775D-9388-F1E682515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Arbeit als </a:t>
            </a:r>
            <a:r>
              <a:rPr lang="de-CH" dirty="0" err="1"/>
              <a:t>Draft</a:t>
            </a:r>
            <a:r>
              <a:rPr lang="de-CH" dirty="0"/>
              <a:t> abgeben</a:t>
            </a:r>
          </a:p>
          <a:p>
            <a:r>
              <a:rPr lang="de-CH" dirty="0"/>
              <a:t>Überarbeiten</a:t>
            </a:r>
          </a:p>
        </p:txBody>
      </p:sp>
    </p:spTree>
    <p:extLst>
      <p:ext uri="{BB962C8B-B14F-4D97-AF65-F5344CB8AC3E}">
        <p14:creationId xmlns:p14="http://schemas.microsoft.com/office/powerpoint/2010/main" val="918699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Office PowerPoint</Application>
  <PresentationFormat>Breitbild</PresentationFormat>
  <Paragraphs>46</Paragraphs>
  <Slides>11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Symbol</vt:lpstr>
      <vt:lpstr>Office</vt:lpstr>
      <vt:lpstr>Bachelor Thesis Meeting 05.06.</vt:lpstr>
      <vt:lpstr>Recap</vt:lpstr>
      <vt:lpstr>Was wurde gemacht?</vt:lpstr>
      <vt:lpstr>Maui</vt:lpstr>
      <vt:lpstr>RN</vt:lpstr>
      <vt:lpstr>Cordova</vt:lpstr>
      <vt:lpstr>Problem: Unity</vt:lpstr>
      <vt:lpstr>Arbeit</vt:lpstr>
      <vt:lpstr>PowerPoint-Präsentation</vt:lpstr>
      <vt:lpstr>Woran bin ich?</vt:lpstr>
      <vt:lpstr>Was ist geplant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Jordi, Tim Frederik (STUDENTS)</dc:creator>
  <cp:lastModifiedBy>Jordi, Tim Frederik (STUDENTS)</cp:lastModifiedBy>
  <cp:revision>3</cp:revision>
  <dcterms:created xsi:type="dcterms:W3CDTF">2026-06-04T10:53:11Z</dcterms:created>
  <dcterms:modified xsi:type="dcterms:W3CDTF">2026-06-05T09:44:29Z</dcterms:modified>
</cp:coreProperties>
</file>