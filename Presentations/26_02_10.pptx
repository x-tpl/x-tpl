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1710F-5F70-82CA-49A5-4EBDA75CB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3DFDD1-15D8-AD20-E6C2-FFBE4124E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DBABB1-B88F-6D22-2E25-52AEAF81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8F03A6-E9B0-6FF9-2C40-34D2976AE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01E874-2912-D3EF-808F-FB619320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40874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09E1DC-2684-FC3E-5980-C13B1446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C3C86F-F878-7FAA-0704-732746421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1635E9-D27E-28DA-FFE2-734FDE030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72167C-09F8-B187-97CE-CD2C9E947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E1F3F0-8656-1C6A-9EAF-5BD3FB3C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1960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C8DFE7-3073-834F-CC32-FA6F71C7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EEC3AC-93C5-96AB-5CBC-B050F83C6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1B0E9C-9F1C-01BD-65C7-D2D62503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A466CF-86A3-6BAB-6F55-73D5F15B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A3AF8F-7486-8113-D3FC-9BFCF3A1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6235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B5FF1E-0FB0-B5AD-96DE-A4BEC481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E717A0-BFED-709E-1546-04D479604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4AC056-839F-1E20-6C53-9BE4F6895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76AD70-9F9A-D9F9-1583-2349A22D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D788A2-A984-75D7-33F9-025813CF5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A1885-67C7-BF4D-FA93-25CBE57C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724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32962-8FD8-5693-C4C2-0AAAC0A55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A635AE-763C-2C89-CCFB-0C83EF7E4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FF7475-1C52-407F-83FF-AC1BFCF66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7F538A0-3D70-DDA1-6A17-8E3E428C8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5655832-C262-1ED9-4EBC-82285E0175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F159963-17F3-ABCF-2C4A-E154F5AF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DAEDE-C9B3-8CD0-E036-76DF85EB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49B43B3-CAB1-ADBB-9BDD-A6D6CC97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27662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B00399-3284-EE4B-CD38-255D20C7E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E6FDE4C-05D6-6F0A-3BAB-D7211CB5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1F2BF4-A6DC-D6CD-55CE-C91DDDB15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BB0E0F8-08E7-C49A-CD27-A198A23C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21101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37381BE-83E0-3C3A-3B92-517304CA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CFC56C-7A0B-F557-EF78-DFC8FD9B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182D2A-9485-7E68-246F-FD6FB938A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6029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D03158-DD00-23F0-1A01-E3983E63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E64A82E-53EB-DDEB-19A1-B568A84C1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B027CFF-63BE-915C-67FF-1F73C2926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6BF82E1-C3C7-CE01-D40B-1730EAF0B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5E7AEF-9F4F-60BF-89C0-2ACD52E8A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5CD1C4-FC80-9D94-B25F-A5801101B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87733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707308-BB47-57FA-15AD-118C66A4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199AAEB-ED04-E04B-F985-DA0EE1B73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DA4DFD-AB74-E843-8A94-2D5C38E13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033283-312B-343A-49A2-C680D0A2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814A5E-22E1-65AE-1A33-AE8646ED8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CA5374-7346-C0C3-CDEB-CF2DBA1A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8016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B6F95A-060B-D2BB-C972-BCB63A7A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3CC5A9B-4D3E-B84D-D75C-E35071A8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D59B9F-799A-E53D-E084-B4B6CE950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E38D56-0EB4-A60D-D6EC-2D3E0187E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C8BF2C-157D-C650-243F-33DEF913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9180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F21EFFB-48D1-EC33-DBEC-EFFE1EB57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10A02F-07B7-2C9B-73C2-18BF593CC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463E8A-3CE2-94B7-25D8-8241BCA4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B0D4AD-E28F-EF22-5BDD-AB578889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F58FEA-47E9-6A50-7569-4C4CF87F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00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998DF26-4457-2E8B-871F-D4041EC3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F85D989-7817-F4C2-5FDB-5411969D4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91B4E5-53F1-4D42-1A59-FF3240A0C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4B88F-0C6D-41C4-832B-6E8C49546EA2}" type="datetimeFigureOut">
              <a:rPr lang="de-CH" smtClean="0"/>
              <a:t>09.02.2026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35D877-42E4-1CB1-5CB0-44CD51E4E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C717BD-5461-7F4F-4C4C-00672AD69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4131C-7585-414E-838C-323EDECEEA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77641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3C8C53-E23E-2FED-4D41-B97E00A140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Bachelor Thesis Meeting 10.02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5B10C3-D523-31DD-9236-6DB400C586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Tim Jordi &amp; Thomas Sutter</a:t>
            </a:r>
          </a:p>
        </p:txBody>
      </p:sp>
    </p:spTree>
    <p:extLst>
      <p:ext uri="{BB962C8B-B14F-4D97-AF65-F5344CB8AC3E}">
        <p14:creationId xmlns:p14="http://schemas.microsoft.com/office/powerpoint/2010/main" val="2405843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F2581-7FA6-8A43-74CE-ED31A77D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wurde gemacht?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E438DD-E663-31A7-9FC1-FB12795F6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Related</a:t>
            </a:r>
            <a:r>
              <a:rPr lang="de-CH" dirty="0"/>
              <a:t> Work: Finden und lesen von Papers</a:t>
            </a:r>
          </a:p>
          <a:p>
            <a:r>
              <a:rPr lang="de-CH" dirty="0" err="1"/>
              <a:t>Related</a:t>
            </a:r>
            <a:r>
              <a:rPr lang="de-CH" dirty="0"/>
              <a:t> Work: Existierende Tools und deren Stärken &amp; Schwächen</a:t>
            </a:r>
          </a:p>
          <a:p>
            <a:r>
              <a:rPr lang="de-CH" dirty="0"/>
              <a:t>Praktische Arbeit: </a:t>
            </a:r>
            <a:r>
              <a:rPr lang="de-CH" dirty="0" err="1"/>
              <a:t>Github</a:t>
            </a:r>
            <a:r>
              <a:rPr lang="de-CH" dirty="0"/>
              <a:t> Repo </a:t>
            </a:r>
            <a:r>
              <a:rPr lang="de-CH" dirty="0" err="1"/>
              <a:t>downloader</a:t>
            </a:r>
            <a:r>
              <a:rPr lang="de-CH" dirty="0"/>
              <a:t> in Python</a:t>
            </a:r>
          </a:p>
          <a:p>
            <a:r>
              <a:rPr lang="de-CH" dirty="0"/>
              <a:t>Praktische Arbeit: </a:t>
            </a:r>
            <a:r>
              <a:rPr lang="de-CH" dirty="0" err="1"/>
              <a:t>Orchestrator</a:t>
            </a:r>
            <a:r>
              <a:rPr lang="de-CH" dirty="0"/>
              <a:t> für Flutter </a:t>
            </a:r>
            <a:r>
              <a:rPr lang="de-CH" dirty="0" err="1"/>
              <a:t>docker</a:t>
            </a:r>
            <a:r>
              <a:rPr lang="de-CH" dirty="0"/>
              <a:t> </a:t>
            </a:r>
            <a:r>
              <a:rPr lang="de-CH" dirty="0" err="1"/>
              <a:t>builds</a:t>
            </a:r>
            <a:r>
              <a:rPr lang="de-CH" dirty="0"/>
              <a:t> in Python</a:t>
            </a:r>
          </a:p>
        </p:txBody>
      </p:sp>
    </p:spTree>
    <p:extLst>
      <p:ext uri="{BB962C8B-B14F-4D97-AF65-F5344CB8AC3E}">
        <p14:creationId xmlns:p14="http://schemas.microsoft.com/office/powerpoint/2010/main" val="114433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26D99-AB1A-DCBD-A9BA-7C37045D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wurde gemacht: </a:t>
            </a:r>
            <a:r>
              <a:rPr lang="de-CH" dirty="0" err="1"/>
              <a:t>Related</a:t>
            </a:r>
            <a:r>
              <a:rPr lang="de-CH" dirty="0"/>
              <a:t> Work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C9D3FE-D314-BEEA-D0C0-849A32B2A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15 Papers, 2017-2025 (mehrheitlich 2020-2025)</a:t>
            </a:r>
          </a:p>
          <a:p>
            <a:r>
              <a:rPr lang="de-CH" dirty="0"/>
              <a:t>Hauptsächlich über verschiedene TPL </a:t>
            </a:r>
            <a:r>
              <a:rPr lang="de-CH" dirty="0" err="1"/>
              <a:t>detection</a:t>
            </a:r>
            <a:r>
              <a:rPr lang="de-CH" dirty="0"/>
              <a:t> </a:t>
            </a:r>
            <a:r>
              <a:rPr lang="de-CH" dirty="0" err="1"/>
              <a:t>tools</a:t>
            </a:r>
            <a:endParaRPr lang="de-CH" dirty="0"/>
          </a:p>
          <a:p>
            <a:r>
              <a:rPr lang="de-CH" dirty="0"/>
              <a:t>Frage: Richtung der Paper gut oder auch Richtung Datensammlung?</a:t>
            </a:r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71DFDDB-DC50-4637-1F59-14D7CA2FD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28" y="3472160"/>
            <a:ext cx="7358743" cy="338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409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DA1D0-7E7A-2B45-1FBB-62D0231B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Praktische Arbeit: Repo </a:t>
            </a:r>
            <a:r>
              <a:rPr lang="de-CH" dirty="0" err="1"/>
              <a:t>downloader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43E4EB-8441-C765-4B7C-85D74FCBC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Findet Repos mit Sprache «Dart» und Keyword «App» auf </a:t>
            </a:r>
            <a:r>
              <a:rPr lang="de-CH" dirty="0" err="1"/>
              <a:t>Github</a:t>
            </a:r>
            <a:endParaRPr lang="de-CH" dirty="0"/>
          </a:p>
          <a:p>
            <a:r>
              <a:rPr lang="de-CH" dirty="0" err="1"/>
              <a:t>Downloaded</a:t>
            </a:r>
            <a:r>
              <a:rPr lang="de-CH" dirty="0"/>
              <a:t> Repo als </a:t>
            </a:r>
            <a:r>
              <a:rPr lang="de-CH" dirty="0" err="1"/>
              <a:t>zip</a:t>
            </a:r>
            <a:r>
              <a:rPr lang="de-CH" dirty="0"/>
              <a:t> und extrahiert es</a:t>
            </a:r>
          </a:p>
          <a:p>
            <a:r>
              <a:rPr lang="de-CH" dirty="0"/>
              <a:t>Überprüft Möglichkeit Repo als App zu </a:t>
            </a:r>
            <a:r>
              <a:rPr lang="de-CH" dirty="0" err="1"/>
              <a:t>builden</a:t>
            </a:r>
            <a:endParaRPr lang="de-CH" dirty="0"/>
          </a:p>
          <a:p>
            <a:r>
              <a:rPr lang="de-CH" dirty="0"/>
              <a:t>Kreiert </a:t>
            </a:r>
            <a:r>
              <a:rPr lang="de-CH" dirty="0" err="1"/>
              <a:t>build_manifest.yaml</a:t>
            </a:r>
            <a:r>
              <a:rPr lang="de-CH" dirty="0"/>
              <a:t> mit Flutter-Version</a:t>
            </a:r>
          </a:p>
        </p:txBody>
      </p:sp>
    </p:spTree>
    <p:extLst>
      <p:ext uri="{BB962C8B-B14F-4D97-AF65-F5344CB8AC3E}">
        <p14:creationId xmlns:p14="http://schemas.microsoft.com/office/powerpoint/2010/main" val="826717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6337A-FC90-DE57-D129-7731201E2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Praktische Arbeit: </a:t>
            </a:r>
            <a:r>
              <a:rPr lang="de-CH" dirty="0" err="1"/>
              <a:t>Orchestrator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82A57A-01B8-58A4-C6D7-E1D60D18E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Buildet</a:t>
            </a:r>
            <a:r>
              <a:rPr lang="de-CH" dirty="0"/>
              <a:t> Docker Images mit entsprechenden Flutter Versionen</a:t>
            </a:r>
          </a:p>
          <a:p>
            <a:r>
              <a:rPr lang="de-CH" dirty="0"/>
              <a:t>Führt den entsprechenden Container aus</a:t>
            </a:r>
          </a:p>
          <a:p>
            <a:r>
              <a:rPr lang="de-CH" dirty="0"/>
              <a:t>Container wird danach gelöscht</a:t>
            </a:r>
          </a:p>
          <a:p>
            <a:r>
              <a:rPr lang="de-CH" dirty="0"/>
              <a:t>Läuft parallel</a:t>
            </a:r>
          </a:p>
          <a:p>
            <a:r>
              <a:rPr lang="de-CH" dirty="0"/>
              <a:t>Pro App ein .</a:t>
            </a:r>
            <a:r>
              <a:rPr lang="de-CH" dirty="0" err="1"/>
              <a:t>apk</a:t>
            </a:r>
            <a:r>
              <a:rPr lang="de-CH" dirty="0"/>
              <a:t> File und ein .log </a:t>
            </a:r>
            <a:r>
              <a:rPr lang="de-CH" dirty="0" err="1"/>
              <a:t>file</a:t>
            </a:r>
            <a:endParaRPr lang="de-CH" dirty="0"/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5342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6B211-6466-8BE8-7010-40B74A2B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Woran bin ich?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239311-60B9-0A1E-7857-A71EAD81D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Papers fertig lesen, evaluieren was passt</a:t>
            </a:r>
          </a:p>
          <a:p>
            <a:r>
              <a:rPr lang="de-CH" dirty="0"/>
              <a:t>Flutter </a:t>
            </a:r>
            <a:r>
              <a:rPr lang="de-CH" dirty="0" err="1"/>
              <a:t>builder</a:t>
            </a:r>
            <a:r>
              <a:rPr lang="de-CH" dirty="0"/>
              <a:t> verbessern, Dataset </a:t>
            </a:r>
            <a:r>
              <a:rPr lang="de-CH" dirty="0" err="1"/>
              <a:t>vergrössen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2830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A52A19-4109-AF82-DB55-DDFFFA66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geplant?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2F126-0997-1BDA-D601-1DE2C3EB4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Ground Truth </a:t>
            </a:r>
            <a:r>
              <a:rPr lang="de-CH" dirty="0" err="1"/>
              <a:t>files</a:t>
            </a:r>
            <a:r>
              <a:rPr lang="de-CH" dirty="0"/>
              <a:t> für Flutter</a:t>
            </a:r>
          </a:p>
          <a:p>
            <a:r>
              <a:rPr lang="de-CH" dirty="0"/>
              <a:t>TPL </a:t>
            </a:r>
            <a:r>
              <a:rPr lang="de-CH" dirty="0" err="1"/>
              <a:t>Detection</a:t>
            </a:r>
            <a:r>
              <a:rPr lang="de-CH" dirty="0"/>
              <a:t> Tools auswählen und installieren</a:t>
            </a:r>
          </a:p>
          <a:p>
            <a:r>
              <a:rPr lang="de-CH" dirty="0"/>
              <a:t>Weitere Hybrid Frameworks </a:t>
            </a:r>
            <a:r>
              <a:rPr lang="de-CH" dirty="0" err="1"/>
              <a:t>builden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66639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2405A-8C0D-6CD2-D413-5031C7BBA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931506-22ED-9AFC-A55F-138781BDD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 err="1"/>
              <a:t>Builds</a:t>
            </a:r>
            <a:r>
              <a:rPr lang="de-CH" dirty="0"/>
              <a:t> machen Probleme:</a:t>
            </a:r>
          </a:p>
          <a:p>
            <a:pPr lvl="1"/>
            <a:r>
              <a:rPr lang="de-CH" dirty="0"/>
              <a:t>Inkompatible </a:t>
            </a:r>
            <a:r>
              <a:rPr lang="de-CH" dirty="0" err="1"/>
              <a:t>openjdk</a:t>
            </a:r>
            <a:r>
              <a:rPr lang="de-CH" dirty="0"/>
              <a:t>/</a:t>
            </a:r>
            <a:r>
              <a:rPr lang="de-CH" dirty="0" err="1"/>
              <a:t>Gradle</a:t>
            </a:r>
            <a:r>
              <a:rPr lang="de-CH" dirty="0"/>
              <a:t> Versionen</a:t>
            </a:r>
          </a:p>
          <a:p>
            <a:pPr lvl="1"/>
            <a:r>
              <a:rPr lang="de-CH" dirty="0"/>
              <a:t>Inkompatible Flutter </a:t>
            </a:r>
            <a:r>
              <a:rPr lang="de-CH" dirty="0" err="1"/>
              <a:t>version</a:t>
            </a:r>
            <a:r>
              <a:rPr lang="de-CH" dirty="0"/>
              <a:t> obwohl gematcht wird</a:t>
            </a:r>
          </a:p>
          <a:p>
            <a:pPr lvl="1"/>
            <a:r>
              <a:rPr lang="de-CH" dirty="0"/>
              <a:t>Generierte Files fehlen im </a:t>
            </a:r>
            <a:r>
              <a:rPr lang="de-CH" dirty="0" err="1"/>
              <a:t>Build</a:t>
            </a:r>
            <a:r>
              <a:rPr lang="de-CH"/>
              <a:t> Prozess</a:t>
            </a:r>
          </a:p>
        </p:txBody>
      </p:sp>
    </p:spTree>
    <p:extLst>
      <p:ext uri="{BB962C8B-B14F-4D97-AF65-F5344CB8AC3E}">
        <p14:creationId xmlns:p14="http://schemas.microsoft.com/office/powerpoint/2010/main" val="294874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Breitbild</PresentationFormat>
  <Paragraphs>34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Bachelor Thesis Meeting 10.02</vt:lpstr>
      <vt:lpstr>Was wurde gemacht?</vt:lpstr>
      <vt:lpstr>Was wurde gemacht: Related Work</vt:lpstr>
      <vt:lpstr>Praktische Arbeit: Repo downloader</vt:lpstr>
      <vt:lpstr>Praktische Arbeit: Orchestrator</vt:lpstr>
      <vt:lpstr>Woran bin ich?</vt:lpstr>
      <vt:lpstr>Was ist geplant?</vt:lpstr>
      <vt:lpstr>Probleme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Jordi, Tim Frederik (STUDENTS)</dc:creator>
  <cp:lastModifiedBy>Jordi, Tim Frederik (STUDENTS)</cp:lastModifiedBy>
  <cp:revision>1</cp:revision>
  <dcterms:created xsi:type="dcterms:W3CDTF">2026-02-09T21:56:54Z</dcterms:created>
  <dcterms:modified xsi:type="dcterms:W3CDTF">2026-02-09T22:17:36Z</dcterms:modified>
</cp:coreProperties>
</file>