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Builds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BA40-4DBB-94E2-C631A8E09C7C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A40-4DBB-94E2-C631A8E09C7C}"/>
              </c:ext>
            </c:extLst>
          </c:dPt>
          <c:dLbls>
            <c:dLbl>
              <c:idx val="0"/>
              <c:layout>
                <c:manualLayout>
                  <c:x val="-6.033702308950512E-3"/>
                  <c:y val="-2.2317273445547092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BA40-4DBB-94E2-C631A8E09C7C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de-D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Tabelle1!$A$2:$A$3</c:f>
              <c:strCache>
                <c:ptCount val="2"/>
                <c:pt idx="0">
                  <c:v>Successful</c:v>
                </c:pt>
                <c:pt idx="1">
                  <c:v>Error</c:v>
                </c:pt>
              </c:strCache>
            </c:strRef>
          </c:cat>
          <c:val>
            <c:numRef>
              <c:f>Tabelle1!$B$2:$B$3</c:f>
              <c:numCache>
                <c:formatCode>General</c:formatCode>
                <c:ptCount val="2"/>
                <c:pt idx="0">
                  <c:v>4</c:v>
                </c:pt>
                <c:pt idx="1">
                  <c:v>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BA40-4DBB-94E2-C631A8E09C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de-D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B66A7-4FAB-44B4-90EF-38C2B3067652}" type="datetimeFigureOut">
              <a:rPr lang="de-CH" smtClean="0"/>
              <a:t>20.03.2026</a:t>
            </a:fld>
            <a:endParaRPr lang="de-CH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CH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CH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B1468F-9A1D-465A-A91D-A1B0EE3D3BD1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9743754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AAB okay, aber </a:t>
            </a:r>
            <a:r>
              <a:rPr lang="de-CH" dirty="0" err="1"/>
              <a:t>apk</a:t>
            </a:r>
            <a:r>
              <a:rPr lang="de-CH" dirty="0"/>
              <a:t> besser</a:t>
            </a:r>
          </a:p>
          <a:p>
            <a:r>
              <a:rPr lang="de-CH" dirty="0" err="1"/>
              <a:t>Fat</a:t>
            </a:r>
            <a:r>
              <a:rPr lang="de-CH" dirty="0"/>
              <a:t> </a:t>
            </a:r>
            <a:r>
              <a:rPr lang="de-CH" dirty="0" err="1"/>
              <a:t>apk</a:t>
            </a:r>
            <a:r>
              <a:rPr lang="de-CH" dirty="0"/>
              <a:t> besser als AAB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B1468F-9A1D-465A-A91D-A1B0EE3D3BD1}" type="slidenum">
              <a:rPr lang="de-CH" smtClean="0"/>
              <a:t>6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373828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D53B2A-2FE7-B801-6D00-4BBCF641CE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E13F4EB-BFB6-B0E1-C893-F28662F02E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EA1054-9866-7E0F-032D-3F1673436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D578-5DF5-4F09-9F62-E735D7760E86}" type="datetimeFigureOut">
              <a:rPr lang="de-CH" smtClean="0"/>
              <a:t>20.03.2026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CBCECF2-18DB-3217-25B3-038A36743E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07A0192-0C10-BC15-8D77-F274FFE2D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7128-222E-44D6-B2BF-38015684B11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519561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9831B2-0B16-0186-280D-FD06E6C18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687194-DEBA-1BF3-C2A8-451466944C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BDB6AD0-A986-6431-6D7B-0FE0747C89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D578-5DF5-4F09-9F62-E735D7760E86}" type="datetimeFigureOut">
              <a:rPr lang="de-CH" smtClean="0"/>
              <a:t>20.03.2026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870F102-191D-2AB7-363F-AA08AD8C7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6505798-69AD-FEE3-22FD-80585DEBA1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7128-222E-44D6-B2BF-38015684B11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05093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031E3B-3721-19FE-8037-0DC65D01D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3DCC600-4C10-607E-537B-F77BA9D048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1C1047C-3D0B-6090-703F-A00592EEB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D578-5DF5-4F09-9F62-E735D7760E86}" type="datetimeFigureOut">
              <a:rPr lang="de-CH" smtClean="0"/>
              <a:t>20.03.2026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865EA84-DB11-2023-D146-CE38F10A9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5E9BAAF-5799-E662-8AA1-452F7B349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7128-222E-44D6-B2BF-38015684B11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652090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514F54-5D6E-001A-4D7B-CC40C8E16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0DAF88F-AE44-08C4-F7F2-6BDE2612A0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1C0D841-6135-3983-B4E8-B01243020E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490B5E5-AB4E-482E-E357-D0B0D0F35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D578-5DF5-4F09-9F62-E735D7760E86}" type="datetimeFigureOut">
              <a:rPr lang="de-CH" smtClean="0"/>
              <a:t>20.03.2026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9EB4218-3968-60FC-BE26-81449BDC8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E51E9D1-7CAF-5B16-C89F-CA3107652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7128-222E-44D6-B2BF-38015684B11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0546922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407B5F-2B1B-34CE-23A7-08C41C48B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2E80AA6-F09C-4476-ED0C-26E123902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27C27AF6-2095-F94D-244E-B1102CAAE2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48D1658-DF34-B31F-264A-5ED1B81BCD2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A91E8B8-434A-9F40-33A9-BFF357C93C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D145361A-2F04-330E-92AA-93FAEE600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D578-5DF5-4F09-9F62-E735D7760E86}" type="datetimeFigureOut">
              <a:rPr lang="de-CH" smtClean="0"/>
              <a:t>20.03.2026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FC2340F-ED31-FC65-2D52-224F991D2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3BA66D6-E7A8-882C-246B-FCBBC95F7A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7128-222E-44D6-B2BF-38015684B11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35752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F8D9ACA-54CD-83B9-89CF-A6C26A3E6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2C26C26-60F0-3022-F3C8-F0093535D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D578-5DF5-4F09-9F62-E735D7760E86}" type="datetimeFigureOut">
              <a:rPr lang="de-CH" smtClean="0"/>
              <a:t>20.03.2026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6ECFEEA1-4C9E-C972-90FC-A63B4A9F8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F20D513A-23DE-D594-230F-24F050E79E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7128-222E-44D6-B2BF-38015684B11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739812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00BC1D3-FB00-BFCD-A509-B08F69DD7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D578-5DF5-4F09-9F62-E735D7760E86}" type="datetimeFigureOut">
              <a:rPr lang="de-CH" smtClean="0"/>
              <a:t>20.03.2026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8FA4DFC-C0ED-5DBA-1C38-21E485EC1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5275A6C-D411-E57F-53B5-8C20A9A24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7128-222E-44D6-B2BF-38015684B11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498890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718BB5-3A3E-FD91-7FA1-1B2241D5E6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C9D9A29-F1A5-C1DB-F51C-2D9FBD425C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ABE5567-6BE2-282A-A4B5-7B2BAE1D67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64A74DA-F73A-4D80-86F9-DAE81E340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D578-5DF5-4F09-9F62-E735D7760E86}" type="datetimeFigureOut">
              <a:rPr lang="de-CH" smtClean="0"/>
              <a:t>20.03.2026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0BF1ED6-512D-7AB8-F194-2B503BA70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F2AEA2F-58BE-32E7-D0FB-DC9E3B722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7128-222E-44D6-B2BF-38015684B11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0758776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C4D97EB-8C97-97EA-F693-BD3758C50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4EBAA2D9-582A-B0E3-DC76-42D699F7E5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2138FD9-BD00-50DE-1892-6CF8AABB03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E2B8E1C-F0E2-BCC0-0266-48646B444E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D578-5DF5-4F09-9F62-E735D7760E86}" type="datetimeFigureOut">
              <a:rPr lang="de-CH" smtClean="0"/>
              <a:t>20.03.2026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C04CBF1-0FD4-8610-847E-430E09A5C8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A432E79-C6FC-828D-5FBC-2644A7A2D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7128-222E-44D6-B2BF-38015684B11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197407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8EA9B5F-D4B3-4A87-0D17-22CF8004E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7CDA0623-F6B7-F185-3AC8-1426E42952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1B88A6A-D5D6-5D1F-19FF-57F2DDF367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D578-5DF5-4F09-9F62-E735D7760E86}" type="datetimeFigureOut">
              <a:rPr lang="de-CH" smtClean="0"/>
              <a:t>20.03.2026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60E1E85-4F46-8C33-AEF6-1CC591E5D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80D2207-3FEA-EBFD-9E17-6F08EEAED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7128-222E-44D6-B2BF-38015684B11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1747828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DEEBD1A-6CCA-51DD-5834-8C0637371B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8DB9A9C-C215-A4CD-30A0-FD5D3FC961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84B62B9-E9E9-C3D9-6408-C92F459695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16D578-5DF5-4F09-9F62-E735D7760E86}" type="datetimeFigureOut">
              <a:rPr lang="de-CH" smtClean="0"/>
              <a:t>20.03.2026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197EFAB-B213-A453-55A7-F26E14EE4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4FEE98D-47D7-BA76-0F99-418147269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6C7128-222E-44D6-B2BF-38015684B11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25896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AC8E94DE-B078-E6AF-489D-10BE41F50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575FD15-4647-426F-DEE3-D60DF57A23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B52C78C-1E77-8EAA-24AB-CE1FADCDE2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916D578-5DF5-4F09-9F62-E735D7760E86}" type="datetimeFigureOut">
              <a:rPr lang="de-CH" smtClean="0"/>
              <a:t>20.03.2026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B12042A-25D4-1D40-4D48-0996E183D1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84A3BE-0181-FA2B-B3C2-4D642C5A0A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6C7128-222E-44D6-B2BF-38015684B11E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753971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FBC557-C36A-223F-4D46-AA0A920C938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CH" dirty="0"/>
              <a:t>Bachelor Thesis Meeting 19.03 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7FCFD1E-3B82-432A-4157-3D7093FBE88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CH" dirty="0"/>
              <a:t>Tim Jordi &amp; Thomas Sutter</a:t>
            </a:r>
          </a:p>
        </p:txBody>
      </p:sp>
    </p:spTree>
    <p:extLst>
      <p:ext uri="{BB962C8B-B14F-4D97-AF65-F5344CB8AC3E}">
        <p14:creationId xmlns:p14="http://schemas.microsoft.com/office/powerpoint/2010/main" val="2370517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9541A4-C98F-C3AD-4050-95E1F6939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 err="1"/>
              <a:t>Recap</a:t>
            </a:r>
            <a:endParaRPr lang="de-CH" dirty="0"/>
          </a:p>
        </p:txBody>
      </p:sp>
      <p:pic>
        <p:nvPicPr>
          <p:cNvPr id="7" name="Inhaltsplatzhalter 6">
            <a:extLst>
              <a:ext uri="{FF2B5EF4-FFF2-40B4-BE49-F238E27FC236}">
                <a16:creationId xmlns:a16="http://schemas.microsoft.com/office/drawing/2014/main" id="{66AF982E-C6A8-EBED-339F-6794CEF00F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37142" y="3877056"/>
            <a:ext cx="4410691" cy="2314898"/>
          </a:xfrm>
          <a:prstGeom prst="rect">
            <a:avLst/>
          </a:prstGeom>
        </p:spPr>
      </p:pic>
      <p:pic>
        <p:nvPicPr>
          <p:cNvPr id="5" name="Grafik 4">
            <a:extLst>
              <a:ext uri="{FF2B5EF4-FFF2-40B4-BE49-F238E27FC236}">
                <a16:creationId xmlns:a16="http://schemas.microsoft.com/office/drawing/2014/main" id="{9776E5B7-3DEC-4A32-B35B-F26A5B04C6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61" y="1547056"/>
            <a:ext cx="6713416" cy="2330000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7B2341B-AB37-49DC-DC8C-5C3ADA3AF5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4144" y="3793217"/>
            <a:ext cx="3582685" cy="2748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6868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AAEF2C-A5B7-91B2-7CC2-3AD001FD2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wurde gemacht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6B64358-0324-A4B1-6B81-49850E1F2D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Legacy Peer </a:t>
            </a:r>
            <a:r>
              <a:rPr lang="de-CH" dirty="0" err="1"/>
              <a:t>deps</a:t>
            </a:r>
            <a:r>
              <a:rPr lang="de-CH" dirty="0"/>
              <a:t> </a:t>
            </a:r>
            <a:r>
              <a:rPr lang="de-CH" dirty="0" err="1"/>
              <a:t>resolution</a:t>
            </a:r>
            <a:r>
              <a:rPr lang="de-CH" dirty="0"/>
              <a:t> wurde getestet</a:t>
            </a:r>
          </a:p>
          <a:p>
            <a:r>
              <a:rPr lang="de-CH" dirty="0"/>
              <a:t>R8 + Flutter </a:t>
            </a:r>
            <a:r>
              <a:rPr lang="de-CH" dirty="0" err="1"/>
              <a:t>obfuscation</a:t>
            </a:r>
            <a:r>
              <a:rPr lang="de-CH" dirty="0"/>
              <a:t> implementiert</a:t>
            </a:r>
          </a:p>
          <a:p>
            <a:r>
              <a:rPr lang="de-CH" dirty="0"/>
              <a:t>RN: </a:t>
            </a:r>
            <a:r>
              <a:rPr lang="de-CH" dirty="0" err="1"/>
              <a:t>Typescript</a:t>
            </a:r>
            <a:r>
              <a:rPr lang="de-CH" dirty="0"/>
              <a:t> Repos</a:t>
            </a:r>
          </a:p>
          <a:p>
            <a:r>
              <a:rPr lang="de-CH" dirty="0"/>
              <a:t>Statistiken über </a:t>
            </a:r>
            <a:r>
              <a:rPr lang="de-CH" dirty="0" err="1"/>
              <a:t>duplicated</a:t>
            </a:r>
            <a:r>
              <a:rPr lang="de-CH" dirty="0"/>
              <a:t> </a:t>
            </a:r>
            <a:r>
              <a:rPr lang="de-CH" dirty="0" err="1"/>
              <a:t>build</a:t>
            </a:r>
            <a:r>
              <a:rPr lang="de-CH" dirty="0"/>
              <a:t> </a:t>
            </a:r>
            <a:r>
              <a:rPr lang="de-CH" dirty="0" err="1"/>
              <a:t>entries</a:t>
            </a:r>
            <a:r>
              <a:rPr lang="de-CH" dirty="0"/>
              <a:t> gesammelt</a:t>
            </a:r>
          </a:p>
          <a:p>
            <a:r>
              <a:rPr lang="de-CH" dirty="0"/>
              <a:t>Apache Cordova erstes Setup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1524304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E13EAD0-EA1B-A338-1208-9688C4A34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Multiple </a:t>
            </a:r>
            <a:r>
              <a:rPr lang="de-CH" dirty="0" err="1"/>
              <a:t>Build</a:t>
            </a:r>
            <a:r>
              <a:rPr lang="de-CH" dirty="0"/>
              <a:t> </a:t>
            </a:r>
            <a:r>
              <a:rPr lang="de-CH" dirty="0" err="1"/>
              <a:t>Entries</a:t>
            </a:r>
            <a:r>
              <a:rPr lang="de-CH" dirty="0"/>
              <a:t> </a:t>
            </a:r>
            <a:r>
              <a:rPr lang="de-CH" dirty="0" err="1"/>
              <a:t>from</a:t>
            </a:r>
            <a:r>
              <a:rPr lang="de-CH" dirty="0"/>
              <a:t> 1 Repo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976055D-2658-480F-57F5-37697CCF2A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CH" dirty="0"/>
              <a:t>Flutter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8A5B62B-E5EB-2F14-B22B-3AE0E069415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CH" dirty="0" err="1"/>
              <a:t>Generated</a:t>
            </a:r>
            <a:r>
              <a:rPr lang="de-CH" dirty="0"/>
              <a:t> 944 </a:t>
            </a:r>
            <a:r>
              <a:rPr lang="de-CH" dirty="0" err="1"/>
              <a:t>build</a:t>
            </a:r>
            <a:r>
              <a:rPr lang="de-CH" dirty="0"/>
              <a:t> </a:t>
            </a:r>
            <a:r>
              <a:rPr lang="de-CH" dirty="0" err="1"/>
              <a:t>entries</a:t>
            </a:r>
            <a:r>
              <a:rPr lang="de-CH" dirty="0"/>
              <a:t>.</a:t>
            </a:r>
          </a:p>
          <a:p>
            <a:r>
              <a:rPr lang="en-US" dirty="0"/>
              <a:t>12 Repos had multiple build entries</a:t>
            </a:r>
          </a:p>
          <a:p>
            <a:r>
              <a:rPr lang="en-US" dirty="0"/>
              <a:t>87 build entries originate from duplicated repos (9.2%)</a:t>
            </a:r>
          </a:p>
          <a:p>
            <a:r>
              <a:rPr lang="en-US" dirty="0"/>
              <a:t>Mostly different packages/apps</a:t>
            </a:r>
          </a:p>
          <a:p>
            <a:endParaRPr lang="de-CH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D4EA99CE-A1DF-21E9-89D2-E3A12C5A13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de-CH" dirty="0"/>
              <a:t>React Native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0C8DF2E9-F9FF-A153-6E84-ADF5A70CB9E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de-CH" dirty="0" err="1"/>
              <a:t>Generated</a:t>
            </a:r>
            <a:r>
              <a:rPr lang="de-CH" dirty="0"/>
              <a:t> 787 </a:t>
            </a:r>
            <a:r>
              <a:rPr lang="de-CH" dirty="0" err="1"/>
              <a:t>build</a:t>
            </a:r>
            <a:r>
              <a:rPr lang="de-CH" dirty="0"/>
              <a:t> </a:t>
            </a:r>
            <a:r>
              <a:rPr lang="de-CH" dirty="0" err="1"/>
              <a:t>entries</a:t>
            </a:r>
            <a:r>
              <a:rPr lang="de-CH" dirty="0"/>
              <a:t>.</a:t>
            </a:r>
          </a:p>
          <a:p>
            <a:r>
              <a:rPr lang="en-US" dirty="0"/>
              <a:t>75 Repos had multiple build entries</a:t>
            </a:r>
          </a:p>
          <a:p>
            <a:r>
              <a:rPr lang="en-US" dirty="0"/>
              <a:t>264 build entries originate from duplicated repos (33.5%)</a:t>
            </a:r>
          </a:p>
          <a:p>
            <a:r>
              <a:rPr lang="en-US" dirty="0"/>
              <a:t>Mostly CI builds, tests, examples and templates</a:t>
            </a:r>
          </a:p>
          <a:p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860306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6FBF9B-B6A2-9CBF-3F4E-49437D834D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Apache Cordova: </a:t>
            </a:r>
            <a:r>
              <a:rPr lang="de-CH" dirty="0" err="1"/>
              <a:t>Insights</a:t>
            </a:r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CA79AED-0F9F-FE47-87B6-30A67BDFAE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Wenige Resultate beim </a:t>
            </a:r>
            <a:r>
              <a:rPr lang="de-CH" dirty="0" err="1"/>
              <a:t>Crawling</a:t>
            </a:r>
            <a:r>
              <a:rPr lang="de-CH" dirty="0"/>
              <a:t> (ca. 800)</a:t>
            </a:r>
          </a:p>
          <a:p>
            <a:r>
              <a:rPr lang="de-CH" dirty="0"/>
              <a:t>Davon nochmal 66% nicht </a:t>
            </a:r>
            <a:r>
              <a:rPr lang="de-CH" dirty="0" err="1"/>
              <a:t>buildbar</a:t>
            </a:r>
            <a:endParaRPr lang="de-CH" dirty="0"/>
          </a:p>
          <a:p>
            <a:r>
              <a:rPr lang="de-CH" dirty="0" err="1"/>
              <a:t>Gradle</a:t>
            </a:r>
            <a:r>
              <a:rPr lang="de-CH" dirty="0"/>
              <a:t> auf Ubuntu zu installieren ist eine Kunst</a:t>
            </a:r>
          </a:p>
          <a:p>
            <a:endParaRPr lang="de-CH" dirty="0"/>
          </a:p>
        </p:txBody>
      </p:sp>
      <p:graphicFrame>
        <p:nvGraphicFramePr>
          <p:cNvPr id="4" name="Inhaltsplatzhalter 5">
            <a:extLst>
              <a:ext uri="{FF2B5EF4-FFF2-40B4-BE49-F238E27FC236}">
                <a16:creationId xmlns:a16="http://schemas.microsoft.com/office/drawing/2014/main" id="{3A61F655-DD1F-76DE-601F-45883F0F4A1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0573004"/>
              </p:ext>
            </p:extLst>
          </p:nvPr>
        </p:nvGraphicFramePr>
        <p:xfrm>
          <a:off x="4069080" y="3429001"/>
          <a:ext cx="7781544" cy="29003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1862161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643B3B5-61BE-7686-49CC-1AD0BE5BDF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Woran bin ich?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AC33ABF-712E-F690-FCC5-194A6351D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Finale Entscheidungen/Fixes für Flutter</a:t>
            </a:r>
          </a:p>
          <a:p>
            <a:r>
              <a:rPr lang="de-CH" dirty="0"/>
              <a:t>React Native: R8 &amp; Split per ABI (evtl. AAB </a:t>
            </a:r>
            <a:r>
              <a:rPr lang="de-CH" dirty="0" err="1"/>
              <a:t>file</a:t>
            </a:r>
            <a:r>
              <a:rPr lang="de-CH" dirty="0"/>
              <a:t>?)</a:t>
            </a:r>
          </a:p>
          <a:p>
            <a:r>
              <a:rPr lang="de-CH" dirty="0"/>
              <a:t>Cordova: Fixes, </a:t>
            </a:r>
            <a:r>
              <a:rPr lang="de-CH" dirty="0" err="1"/>
              <a:t>Improvements</a:t>
            </a:r>
            <a:endParaRPr lang="de-CH" dirty="0"/>
          </a:p>
        </p:txBody>
      </p:sp>
    </p:spTree>
    <p:extLst>
      <p:ext uri="{BB962C8B-B14F-4D97-AF65-F5344CB8AC3E}">
        <p14:creationId xmlns:p14="http://schemas.microsoft.com/office/powerpoint/2010/main" val="605581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BC3317E-FD1C-7B5B-EBE0-59F804B8A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CH" dirty="0"/>
              <a:t>Was ist geplant?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F047B3-F9BB-33C4-583A-7541782D0B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CH" dirty="0"/>
              <a:t>Cordova: Ground Truth Files, R8, Split per ABI</a:t>
            </a:r>
          </a:p>
          <a:p>
            <a:r>
              <a:rPr lang="de-CH" dirty="0"/>
              <a:t>Nächstes Framework</a:t>
            </a:r>
          </a:p>
        </p:txBody>
      </p:sp>
    </p:spTree>
    <p:extLst>
      <p:ext uri="{BB962C8B-B14F-4D97-AF65-F5344CB8AC3E}">
        <p14:creationId xmlns:p14="http://schemas.microsoft.com/office/powerpoint/2010/main" val="21651383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190</Words>
  <Application>Microsoft Office PowerPoint</Application>
  <PresentationFormat>Breitbild</PresentationFormat>
  <Paragraphs>36</Paragraphs>
  <Slides>7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</vt:lpstr>
      <vt:lpstr>Bachelor Thesis Meeting 19.03 </vt:lpstr>
      <vt:lpstr>Recap</vt:lpstr>
      <vt:lpstr>Was wurde gemacht</vt:lpstr>
      <vt:lpstr>Multiple Build Entries from 1 Repo</vt:lpstr>
      <vt:lpstr>Apache Cordova: Insights</vt:lpstr>
      <vt:lpstr>Woran bin ich?</vt:lpstr>
      <vt:lpstr>Was ist geplant?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Jordi, Tim Frederik (STUDENTS)</dc:creator>
  <cp:lastModifiedBy>Jordi, Tim Frederik (STUDENTS)</cp:lastModifiedBy>
  <cp:revision>7</cp:revision>
  <dcterms:created xsi:type="dcterms:W3CDTF">2026-03-19T13:25:56Z</dcterms:created>
  <dcterms:modified xsi:type="dcterms:W3CDTF">2026-03-20T10:35:23Z</dcterms:modified>
</cp:coreProperties>
</file>