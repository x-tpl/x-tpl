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60" r:id="rId5"/>
    <p:sldId id="259" r:id="rId6"/>
    <p:sldId id="261"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9806" autoAdjust="0"/>
  </p:normalViewPr>
  <p:slideViewPr>
    <p:cSldViewPr snapToGrid="0">
      <p:cViewPr varScale="1">
        <p:scale>
          <a:sx n="44" d="100"/>
          <a:sy n="44" d="100"/>
        </p:scale>
        <p:origin x="152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8CF69-35A8-4DEA-BA49-9C4D5F5D8802}" type="datetimeFigureOut">
              <a:rPr lang="en-US" smtClean="0"/>
              <a:t>10/15/2026</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1FD8E7-1833-4BB3-A8B9-0A9D1F585605}" type="slidenum">
              <a:rPr lang="en-US" smtClean="0"/>
              <a:t>‹Nr.›</a:t>
            </a:fld>
            <a:endParaRPr lang="en-US"/>
          </a:p>
        </p:txBody>
      </p:sp>
    </p:spTree>
    <p:extLst>
      <p:ext uri="{BB962C8B-B14F-4D97-AF65-F5344CB8AC3E}">
        <p14:creationId xmlns:p14="http://schemas.microsoft.com/office/powerpoint/2010/main" val="3697156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I’m Tim Jordi and in this Video, I’m presenting you X-TPL, a ground-truth dataset of cross-platform android apps and their third-party libraries.</a:t>
            </a:r>
          </a:p>
        </p:txBody>
      </p:sp>
      <p:sp>
        <p:nvSpPr>
          <p:cNvPr id="4" name="Foliennummernplatzhalter 3"/>
          <p:cNvSpPr>
            <a:spLocks noGrp="1"/>
          </p:cNvSpPr>
          <p:nvPr>
            <p:ph type="sldNum" sz="quarter" idx="5"/>
          </p:nvPr>
        </p:nvSpPr>
        <p:spPr/>
        <p:txBody>
          <a:bodyPr/>
          <a:lstStyle/>
          <a:p>
            <a:fld id="{2A1FD8E7-1833-4BB3-A8B9-0A9D1F585605}" type="slidenum">
              <a:rPr lang="en-US" smtClean="0"/>
              <a:t>1</a:t>
            </a:fld>
            <a:endParaRPr lang="en-US"/>
          </a:p>
        </p:txBody>
      </p:sp>
    </p:spTree>
    <p:extLst>
      <p:ext uri="{BB962C8B-B14F-4D97-AF65-F5344CB8AC3E}">
        <p14:creationId xmlns:p14="http://schemas.microsoft.com/office/powerpoint/2010/main" val="4260087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Imagine the following Scenario: You want to download an app, let’s say </a:t>
            </a:r>
            <a:r>
              <a:rPr lang="en-US" dirty="0" err="1"/>
              <a:t>pinterest</a:t>
            </a:r>
            <a:r>
              <a:rPr lang="en-US" dirty="0"/>
              <a:t>. </a:t>
            </a:r>
          </a:p>
          <a:p>
            <a:r>
              <a:rPr lang="en-US" dirty="0"/>
              <a:t>You go to the google play store, you click download and the app is automatically installed on your phone. However, you might want to know, what you in fact just downloaded, and whether its free from malware viruses and other malicious code.</a:t>
            </a:r>
          </a:p>
          <a:p>
            <a:r>
              <a:rPr lang="en-US" dirty="0"/>
              <a:t>Normally, there are tools for this. </a:t>
            </a:r>
          </a:p>
        </p:txBody>
      </p:sp>
      <p:sp>
        <p:nvSpPr>
          <p:cNvPr id="4" name="Foliennummernplatzhalter 3"/>
          <p:cNvSpPr>
            <a:spLocks noGrp="1"/>
          </p:cNvSpPr>
          <p:nvPr>
            <p:ph type="sldNum" sz="quarter" idx="5"/>
          </p:nvPr>
        </p:nvSpPr>
        <p:spPr/>
        <p:txBody>
          <a:bodyPr/>
          <a:lstStyle/>
          <a:p>
            <a:fld id="{2A1FD8E7-1833-4BB3-A8B9-0A9D1F585605}" type="slidenum">
              <a:rPr lang="en-US" smtClean="0"/>
              <a:t>2</a:t>
            </a:fld>
            <a:endParaRPr lang="en-US"/>
          </a:p>
        </p:txBody>
      </p:sp>
    </p:spTree>
    <p:extLst>
      <p:ext uri="{BB962C8B-B14F-4D97-AF65-F5344CB8AC3E}">
        <p14:creationId xmlns:p14="http://schemas.microsoft.com/office/powerpoint/2010/main" val="1238045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Tools such as </a:t>
            </a:r>
            <a:r>
              <a:rPr lang="en-US" dirty="0" err="1"/>
              <a:t>LibHunter</a:t>
            </a:r>
            <a:r>
              <a:rPr lang="en-US" dirty="0"/>
              <a:t> allow detecting TPLs directly from .</a:t>
            </a:r>
            <a:r>
              <a:rPr lang="en-US" dirty="0" err="1"/>
              <a:t>apk</a:t>
            </a:r>
            <a:r>
              <a:rPr lang="en-US" dirty="0"/>
              <a:t> files. However, up to this day, tools offering TPL detection are not very accurate, and what weighs more, do not actively support non-native apps.</a:t>
            </a:r>
          </a:p>
          <a:p>
            <a:r>
              <a:rPr lang="en-US" dirty="0"/>
              <a:t>In our case, </a:t>
            </a:r>
            <a:r>
              <a:rPr lang="en-US" dirty="0" err="1"/>
              <a:t>pinterest</a:t>
            </a:r>
            <a:r>
              <a:rPr lang="en-US" dirty="0"/>
              <a:t> consists mostly of react native code. React Native is a </a:t>
            </a:r>
            <a:r>
              <a:rPr lang="en-US" dirty="0" err="1"/>
              <a:t>javascript</a:t>
            </a:r>
            <a:r>
              <a:rPr lang="en-US" dirty="0"/>
              <a:t> framework, that allows cross-compilation for windows, macOS, iOS, android and more. All existing TPL detection tools are only developed for apps using native java or Kotlin. </a:t>
            </a:r>
          </a:p>
          <a:p>
            <a:r>
              <a:rPr lang="en-US" dirty="0"/>
              <a:t>This does, therefore, not accurately reflect the market share of hybrid frameworks such as flutter, react native, </a:t>
            </a:r>
            <a:r>
              <a:rPr lang="en-US" dirty="0" err="1"/>
              <a:t>apache</a:t>
            </a:r>
            <a:r>
              <a:rPr lang="en-US" dirty="0"/>
              <a:t> </a:t>
            </a:r>
            <a:r>
              <a:rPr lang="en-US" dirty="0" err="1"/>
              <a:t>cordova</a:t>
            </a:r>
            <a:r>
              <a:rPr lang="en-US" dirty="0"/>
              <a:t> and .NET MAUI.</a:t>
            </a:r>
          </a:p>
          <a:p>
            <a:endParaRPr lang="en-US" dirty="0"/>
          </a:p>
          <a:p>
            <a:endParaRPr lang="en-US" dirty="0"/>
          </a:p>
        </p:txBody>
      </p:sp>
      <p:sp>
        <p:nvSpPr>
          <p:cNvPr id="4" name="Foliennummernplatzhalter 3"/>
          <p:cNvSpPr>
            <a:spLocks noGrp="1"/>
          </p:cNvSpPr>
          <p:nvPr>
            <p:ph type="sldNum" sz="quarter" idx="5"/>
          </p:nvPr>
        </p:nvSpPr>
        <p:spPr/>
        <p:txBody>
          <a:bodyPr/>
          <a:lstStyle/>
          <a:p>
            <a:fld id="{2A1FD8E7-1833-4BB3-A8B9-0A9D1F585605}" type="slidenum">
              <a:rPr lang="en-US" smtClean="0"/>
              <a:t>3</a:t>
            </a:fld>
            <a:endParaRPr lang="en-US"/>
          </a:p>
        </p:txBody>
      </p:sp>
    </p:spTree>
    <p:extLst>
      <p:ext uri="{BB962C8B-B14F-4D97-AF65-F5344CB8AC3E}">
        <p14:creationId xmlns:p14="http://schemas.microsoft.com/office/powerpoint/2010/main" val="1153790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address this gap, we propose X-TPL. It’s a dataset consisting of over 6000 apps across flutter, react native, </a:t>
            </a:r>
            <a:r>
              <a:rPr lang="en-US" dirty="0" err="1"/>
              <a:t>apache</a:t>
            </a:r>
            <a:r>
              <a:rPr lang="en-US" dirty="0"/>
              <a:t> </a:t>
            </a:r>
            <a:r>
              <a:rPr lang="en-US" dirty="0" err="1"/>
              <a:t>cordova</a:t>
            </a:r>
            <a:r>
              <a:rPr lang="en-US" dirty="0"/>
              <a:t> and .NET MAUI. APKs are split per architecture and </a:t>
            </a:r>
          </a:p>
          <a:p>
            <a:endParaRPr lang="en-US" dirty="0"/>
          </a:p>
        </p:txBody>
      </p:sp>
      <p:sp>
        <p:nvSpPr>
          <p:cNvPr id="4" name="Foliennummernplatzhalter 3"/>
          <p:cNvSpPr>
            <a:spLocks noGrp="1"/>
          </p:cNvSpPr>
          <p:nvPr>
            <p:ph type="sldNum" sz="quarter" idx="5"/>
          </p:nvPr>
        </p:nvSpPr>
        <p:spPr/>
        <p:txBody>
          <a:bodyPr/>
          <a:lstStyle/>
          <a:p>
            <a:fld id="{2A1FD8E7-1833-4BB3-A8B9-0A9D1F585605}" type="slidenum">
              <a:rPr lang="en-US" smtClean="0"/>
              <a:t>4</a:t>
            </a:fld>
            <a:endParaRPr lang="en-US"/>
          </a:p>
        </p:txBody>
      </p:sp>
    </p:spTree>
    <p:extLst>
      <p:ext uri="{BB962C8B-B14F-4D97-AF65-F5344CB8AC3E}">
        <p14:creationId xmlns:p14="http://schemas.microsoft.com/office/powerpoint/2010/main" val="1162508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The dataset has been compiled directly from source code, which was crawled directly from open-source GitHub repositories. The source code is first analyzed and then built using a custom build orchestrator.</a:t>
            </a:r>
          </a:p>
          <a:p>
            <a:r>
              <a:rPr lang="en-US" dirty="0"/>
              <a:t>Since we are building these apps directly from source code, and we extract the TPL specification files directly after the build process, we can ensure the resolved packages are all accurately depicted in the ground truth data.</a:t>
            </a:r>
          </a:p>
          <a:p>
            <a:endParaRPr lang="en-US" dirty="0"/>
          </a:p>
        </p:txBody>
      </p:sp>
      <p:sp>
        <p:nvSpPr>
          <p:cNvPr id="4" name="Foliennummernplatzhalter 3"/>
          <p:cNvSpPr>
            <a:spLocks noGrp="1"/>
          </p:cNvSpPr>
          <p:nvPr>
            <p:ph type="sldNum" sz="quarter" idx="5"/>
          </p:nvPr>
        </p:nvSpPr>
        <p:spPr/>
        <p:txBody>
          <a:bodyPr/>
          <a:lstStyle/>
          <a:p>
            <a:fld id="{2A1FD8E7-1833-4BB3-A8B9-0A9D1F585605}" type="slidenum">
              <a:rPr lang="en-US" smtClean="0"/>
              <a:t>5</a:t>
            </a:fld>
            <a:endParaRPr lang="en-US"/>
          </a:p>
        </p:txBody>
      </p:sp>
    </p:spTree>
    <p:extLst>
      <p:ext uri="{BB962C8B-B14F-4D97-AF65-F5344CB8AC3E}">
        <p14:creationId xmlns:p14="http://schemas.microsoft.com/office/powerpoint/2010/main" val="3232731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2A1FD8E7-1833-4BB3-A8B9-0A9D1F585605}" type="slidenum">
              <a:rPr lang="en-US" smtClean="0"/>
              <a:t>6</a:t>
            </a:fld>
            <a:endParaRPr lang="en-US"/>
          </a:p>
        </p:txBody>
      </p:sp>
    </p:spTree>
    <p:extLst>
      <p:ext uri="{BB962C8B-B14F-4D97-AF65-F5344CB8AC3E}">
        <p14:creationId xmlns:p14="http://schemas.microsoft.com/office/powerpoint/2010/main" val="1801573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36F3EF-A05A-3879-1F22-4C4EAFF2B4AE}"/>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US"/>
          </a:p>
        </p:txBody>
      </p:sp>
      <p:sp>
        <p:nvSpPr>
          <p:cNvPr id="3" name="Untertitel 2">
            <a:extLst>
              <a:ext uri="{FF2B5EF4-FFF2-40B4-BE49-F238E27FC236}">
                <a16:creationId xmlns:a16="http://schemas.microsoft.com/office/drawing/2014/main" id="{99533522-0A44-6E18-1289-D9FC67B4A8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a:p>
        </p:txBody>
      </p:sp>
      <p:sp>
        <p:nvSpPr>
          <p:cNvPr id="4" name="Datumsplatzhalter 3">
            <a:extLst>
              <a:ext uri="{FF2B5EF4-FFF2-40B4-BE49-F238E27FC236}">
                <a16:creationId xmlns:a16="http://schemas.microsoft.com/office/drawing/2014/main" id="{BF921C3E-B40A-DF96-6F71-898857EF3C59}"/>
              </a:ext>
            </a:extLst>
          </p:cNvPr>
          <p:cNvSpPr>
            <a:spLocks noGrp="1"/>
          </p:cNvSpPr>
          <p:nvPr>
            <p:ph type="dt" sz="half" idx="10"/>
          </p:nvPr>
        </p:nvSpPr>
        <p:spPr/>
        <p:txBody>
          <a:bodyPr/>
          <a:lstStyle/>
          <a:p>
            <a:fld id="{2AA0FF22-0FA2-4ADF-BBB3-50C50C18132F}" type="datetimeFigureOut">
              <a:rPr lang="en-US" smtClean="0"/>
              <a:t>10/15/2026</a:t>
            </a:fld>
            <a:endParaRPr lang="en-US"/>
          </a:p>
        </p:txBody>
      </p:sp>
      <p:sp>
        <p:nvSpPr>
          <p:cNvPr id="5" name="Fußzeilenplatzhalter 4">
            <a:extLst>
              <a:ext uri="{FF2B5EF4-FFF2-40B4-BE49-F238E27FC236}">
                <a16:creationId xmlns:a16="http://schemas.microsoft.com/office/drawing/2014/main" id="{159E4DD0-BBB7-DCEF-B2CA-58A62A40C4F2}"/>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25B30279-84F5-0276-3745-631D854E593B}"/>
              </a:ext>
            </a:extLst>
          </p:cNvPr>
          <p:cNvSpPr>
            <a:spLocks noGrp="1"/>
          </p:cNvSpPr>
          <p:nvPr>
            <p:ph type="sldNum" sz="quarter" idx="12"/>
          </p:nvPr>
        </p:nvSpPr>
        <p:spPr/>
        <p:txBody>
          <a:bodyPr/>
          <a:lstStyle/>
          <a:p>
            <a:fld id="{38028113-8162-4052-893D-D8F71F00C7D1}" type="slidenum">
              <a:rPr lang="en-US" smtClean="0"/>
              <a:t>‹Nr.›</a:t>
            </a:fld>
            <a:endParaRPr lang="en-US"/>
          </a:p>
        </p:txBody>
      </p:sp>
    </p:spTree>
    <p:extLst>
      <p:ext uri="{BB962C8B-B14F-4D97-AF65-F5344CB8AC3E}">
        <p14:creationId xmlns:p14="http://schemas.microsoft.com/office/powerpoint/2010/main" val="678566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13796-B3C1-E472-0EEC-1E02809B4B46}"/>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51A6241A-6F6A-CEAD-3DAE-ABB79E83B0ED}"/>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065F7D46-42F7-41D6-C6C0-ADD8250F4CF1}"/>
              </a:ext>
            </a:extLst>
          </p:cNvPr>
          <p:cNvSpPr>
            <a:spLocks noGrp="1"/>
          </p:cNvSpPr>
          <p:nvPr>
            <p:ph type="dt" sz="half" idx="10"/>
          </p:nvPr>
        </p:nvSpPr>
        <p:spPr/>
        <p:txBody>
          <a:bodyPr/>
          <a:lstStyle/>
          <a:p>
            <a:fld id="{2AA0FF22-0FA2-4ADF-BBB3-50C50C18132F}" type="datetimeFigureOut">
              <a:rPr lang="en-US" smtClean="0"/>
              <a:t>10/15/2026</a:t>
            </a:fld>
            <a:endParaRPr lang="en-US"/>
          </a:p>
        </p:txBody>
      </p:sp>
      <p:sp>
        <p:nvSpPr>
          <p:cNvPr id="5" name="Fußzeilenplatzhalter 4">
            <a:extLst>
              <a:ext uri="{FF2B5EF4-FFF2-40B4-BE49-F238E27FC236}">
                <a16:creationId xmlns:a16="http://schemas.microsoft.com/office/drawing/2014/main" id="{4F7A3B03-4014-C66E-E8E2-75DEBC5A6F07}"/>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9897E803-9608-41F0-E764-4AB514692018}"/>
              </a:ext>
            </a:extLst>
          </p:cNvPr>
          <p:cNvSpPr>
            <a:spLocks noGrp="1"/>
          </p:cNvSpPr>
          <p:nvPr>
            <p:ph type="sldNum" sz="quarter" idx="12"/>
          </p:nvPr>
        </p:nvSpPr>
        <p:spPr/>
        <p:txBody>
          <a:bodyPr/>
          <a:lstStyle/>
          <a:p>
            <a:fld id="{38028113-8162-4052-893D-D8F71F00C7D1}" type="slidenum">
              <a:rPr lang="en-US" smtClean="0"/>
              <a:t>‹Nr.›</a:t>
            </a:fld>
            <a:endParaRPr lang="en-US"/>
          </a:p>
        </p:txBody>
      </p:sp>
    </p:spTree>
    <p:extLst>
      <p:ext uri="{BB962C8B-B14F-4D97-AF65-F5344CB8AC3E}">
        <p14:creationId xmlns:p14="http://schemas.microsoft.com/office/powerpoint/2010/main" val="526297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7167C6-7FFD-F608-FA66-00A057925A23}"/>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US"/>
          </a:p>
        </p:txBody>
      </p:sp>
      <p:sp>
        <p:nvSpPr>
          <p:cNvPr id="3" name="Textplatzhalter 2">
            <a:extLst>
              <a:ext uri="{FF2B5EF4-FFF2-40B4-BE49-F238E27FC236}">
                <a16:creationId xmlns:a16="http://schemas.microsoft.com/office/drawing/2014/main" id="{13B6248A-51EB-ED56-3849-9068B46392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8EB984D-F785-60EB-78F4-294552F93924}"/>
              </a:ext>
            </a:extLst>
          </p:cNvPr>
          <p:cNvSpPr>
            <a:spLocks noGrp="1"/>
          </p:cNvSpPr>
          <p:nvPr>
            <p:ph type="dt" sz="half" idx="10"/>
          </p:nvPr>
        </p:nvSpPr>
        <p:spPr/>
        <p:txBody>
          <a:bodyPr/>
          <a:lstStyle/>
          <a:p>
            <a:fld id="{2AA0FF22-0FA2-4ADF-BBB3-50C50C18132F}" type="datetimeFigureOut">
              <a:rPr lang="en-US" smtClean="0"/>
              <a:t>10/15/2026</a:t>
            </a:fld>
            <a:endParaRPr lang="en-US"/>
          </a:p>
        </p:txBody>
      </p:sp>
      <p:sp>
        <p:nvSpPr>
          <p:cNvPr id="5" name="Fußzeilenplatzhalter 4">
            <a:extLst>
              <a:ext uri="{FF2B5EF4-FFF2-40B4-BE49-F238E27FC236}">
                <a16:creationId xmlns:a16="http://schemas.microsoft.com/office/drawing/2014/main" id="{295D6C04-608F-2FCE-A7AE-7EA891BF1B31}"/>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E447F56B-7FCB-8F08-D439-AA71A95C07E6}"/>
              </a:ext>
            </a:extLst>
          </p:cNvPr>
          <p:cNvSpPr>
            <a:spLocks noGrp="1"/>
          </p:cNvSpPr>
          <p:nvPr>
            <p:ph type="sldNum" sz="quarter" idx="12"/>
          </p:nvPr>
        </p:nvSpPr>
        <p:spPr/>
        <p:txBody>
          <a:bodyPr/>
          <a:lstStyle/>
          <a:p>
            <a:fld id="{38028113-8162-4052-893D-D8F71F00C7D1}" type="slidenum">
              <a:rPr lang="en-US" smtClean="0"/>
              <a:t>‹Nr.›</a:t>
            </a:fld>
            <a:endParaRPr lang="en-US"/>
          </a:p>
        </p:txBody>
      </p:sp>
    </p:spTree>
    <p:extLst>
      <p:ext uri="{BB962C8B-B14F-4D97-AF65-F5344CB8AC3E}">
        <p14:creationId xmlns:p14="http://schemas.microsoft.com/office/powerpoint/2010/main" val="1499670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555AD4-53F1-DC8D-6086-0FF278F67B5C}"/>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DE984F65-D6C5-6DC2-22F7-DD186B6235FF}"/>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Inhaltsplatzhalter 3">
            <a:extLst>
              <a:ext uri="{FF2B5EF4-FFF2-40B4-BE49-F238E27FC236}">
                <a16:creationId xmlns:a16="http://schemas.microsoft.com/office/drawing/2014/main" id="{EE0D6ED0-8C61-3A89-F578-1D1F8B62525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umsplatzhalter 4">
            <a:extLst>
              <a:ext uri="{FF2B5EF4-FFF2-40B4-BE49-F238E27FC236}">
                <a16:creationId xmlns:a16="http://schemas.microsoft.com/office/drawing/2014/main" id="{4A77EA48-2BF0-08B3-B651-397F2C7047C0}"/>
              </a:ext>
            </a:extLst>
          </p:cNvPr>
          <p:cNvSpPr>
            <a:spLocks noGrp="1"/>
          </p:cNvSpPr>
          <p:nvPr>
            <p:ph type="dt" sz="half" idx="10"/>
          </p:nvPr>
        </p:nvSpPr>
        <p:spPr/>
        <p:txBody>
          <a:bodyPr/>
          <a:lstStyle/>
          <a:p>
            <a:fld id="{2AA0FF22-0FA2-4ADF-BBB3-50C50C18132F}" type="datetimeFigureOut">
              <a:rPr lang="en-US" smtClean="0"/>
              <a:t>10/15/2026</a:t>
            </a:fld>
            <a:endParaRPr lang="en-US"/>
          </a:p>
        </p:txBody>
      </p:sp>
      <p:sp>
        <p:nvSpPr>
          <p:cNvPr id="6" name="Fußzeilenplatzhalter 5">
            <a:extLst>
              <a:ext uri="{FF2B5EF4-FFF2-40B4-BE49-F238E27FC236}">
                <a16:creationId xmlns:a16="http://schemas.microsoft.com/office/drawing/2014/main" id="{3F457FEE-2AC5-DDB5-917B-D344EC78B0E9}"/>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67E6FE3F-3065-937F-DEE7-DEBE3057D26A}"/>
              </a:ext>
            </a:extLst>
          </p:cNvPr>
          <p:cNvSpPr>
            <a:spLocks noGrp="1"/>
          </p:cNvSpPr>
          <p:nvPr>
            <p:ph type="sldNum" sz="quarter" idx="12"/>
          </p:nvPr>
        </p:nvSpPr>
        <p:spPr/>
        <p:txBody>
          <a:bodyPr/>
          <a:lstStyle/>
          <a:p>
            <a:fld id="{38028113-8162-4052-893D-D8F71F00C7D1}" type="slidenum">
              <a:rPr lang="en-US" smtClean="0"/>
              <a:t>‹Nr.›</a:t>
            </a:fld>
            <a:endParaRPr lang="en-US"/>
          </a:p>
        </p:txBody>
      </p:sp>
    </p:spTree>
    <p:extLst>
      <p:ext uri="{BB962C8B-B14F-4D97-AF65-F5344CB8AC3E}">
        <p14:creationId xmlns:p14="http://schemas.microsoft.com/office/powerpoint/2010/main" val="1650426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22927C-8ABB-9CA6-AAF2-F0092631C33A}"/>
              </a:ext>
            </a:extLst>
          </p:cNvPr>
          <p:cNvSpPr>
            <a:spLocks noGrp="1"/>
          </p:cNvSpPr>
          <p:nvPr>
            <p:ph type="title"/>
          </p:nvPr>
        </p:nvSpPr>
        <p:spPr>
          <a:xfrm>
            <a:off x="839788" y="365125"/>
            <a:ext cx="10515600" cy="1325563"/>
          </a:xfrm>
        </p:spPr>
        <p:txBody>
          <a:bodyPr/>
          <a:lstStyle/>
          <a:p>
            <a:r>
              <a:rPr lang="de-DE"/>
              <a:t>Mastertitelformat bearbeiten</a:t>
            </a:r>
            <a:endParaRPr lang="en-US"/>
          </a:p>
        </p:txBody>
      </p:sp>
      <p:sp>
        <p:nvSpPr>
          <p:cNvPr id="3" name="Textplatzhalter 2">
            <a:extLst>
              <a:ext uri="{FF2B5EF4-FFF2-40B4-BE49-F238E27FC236}">
                <a16:creationId xmlns:a16="http://schemas.microsoft.com/office/drawing/2014/main" id="{ACEFEA64-0D9B-AC77-74D8-327DA2875C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798F17B3-6960-359F-41DA-627AD8CFE1EA}"/>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platzhalter 4">
            <a:extLst>
              <a:ext uri="{FF2B5EF4-FFF2-40B4-BE49-F238E27FC236}">
                <a16:creationId xmlns:a16="http://schemas.microsoft.com/office/drawing/2014/main" id="{3B06B97C-75D1-D873-E379-EB22EB44AC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D84B4505-5614-949C-FAFB-041FC3CF36CB}"/>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umsplatzhalter 6">
            <a:extLst>
              <a:ext uri="{FF2B5EF4-FFF2-40B4-BE49-F238E27FC236}">
                <a16:creationId xmlns:a16="http://schemas.microsoft.com/office/drawing/2014/main" id="{9DAA8176-F504-0643-A744-CC6208C531C8}"/>
              </a:ext>
            </a:extLst>
          </p:cNvPr>
          <p:cNvSpPr>
            <a:spLocks noGrp="1"/>
          </p:cNvSpPr>
          <p:nvPr>
            <p:ph type="dt" sz="half" idx="10"/>
          </p:nvPr>
        </p:nvSpPr>
        <p:spPr/>
        <p:txBody>
          <a:bodyPr/>
          <a:lstStyle/>
          <a:p>
            <a:fld id="{2AA0FF22-0FA2-4ADF-BBB3-50C50C18132F}" type="datetimeFigureOut">
              <a:rPr lang="en-US" smtClean="0"/>
              <a:t>10/15/2026</a:t>
            </a:fld>
            <a:endParaRPr lang="en-US"/>
          </a:p>
        </p:txBody>
      </p:sp>
      <p:sp>
        <p:nvSpPr>
          <p:cNvPr id="8" name="Fußzeilenplatzhalter 7">
            <a:extLst>
              <a:ext uri="{FF2B5EF4-FFF2-40B4-BE49-F238E27FC236}">
                <a16:creationId xmlns:a16="http://schemas.microsoft.com/office/drawing/2014/main" id="{4132F61A-FAC1-9833-728B-160A7DD574E7}"/>
              </a:ext>
            </a:extLst>
          </p:cNvPr>
          <p:cNvSpPr>
            <a:spLocks noGrp="1"/>
          </p:cNvSpPr>
          <p:nvPr>
            <p:ph type="ftr" sz="quarter" idx="11"/>
          </p:nvPr>
        </p:nvSpPr>
        <p:spPr/>
        <p:txBody>
          <a:bodyPr/>
          <a:lstStyle/>
          <a:p>
            <a:endParaRPr lang="en-US"/>
          </a:p>
        </p:txBody>
      </p:sp>
      <p:sp>
        <p:nvSpPr>
          <p:cNvPr id="9" name="Foliennummernplatzhalter 8">
            <a:extLst>
              <a:ext uri="{FF2B5EF4-FFF2-40B4-BE49-F238E27FC236}">
                <a16:creationId xmlns:a16="http://schemas.microsoft.com/office/drawing/2014/main" id="{42EE431D-0BBE-4D6F-2F45-F8F7F9E3D4D8}"/>
              </a:ext>
            </a:extLst>
          </p:cNvPr>
          <p:cNvSpPr>
            <a:spLocks noGrp="1"/>
          </p:cNvSpPr>
          <p:nvPr>
            <p:ph type="sldNum" sz="quarter" idx="12"/>
          </p:nvPr>
        </p:nvSpPr>
        <p:spPr/>
        <p:txBody>
          <a:bodyPr/>
          <a:lstStyle/>
          <a:p>
            <a:fld id="{38028113-8162-4052-893D-D8F71F00C7D1}" type="slidenum">
              <a:rPr lang="en-US" smtClean="0"/>
              <a:t>‹Nr.›</a:t>
            </a:fld>
            <a:endParaRPr lang="en-US"/>
          </a:p>
        </p:txBody>
      </p:sp>
    </p:spTree>
    <p:extLst>
      <p:ext uri="{BB962C8B-B14F-4D97-AF65-F5344CB8AC3E}">
        <p14:creationId xmlns:p14="http://schemas.microsoft.com/office/powerpoint/2010/main" val="2707236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219E7B-9241-FE55-6367-9B5EE4F73110}"/>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A8FA0C7C-5F2B-AD47-46F4-40DAEB4BB52E}"/>
              </a:ext>
            </a:extLst>
          </p:cNvPr>
          <p:cNvSpPr>
            <a:spLocks noGrp="1"/>
          </p:cNvSpPr>
          <p:nvPr>
            <p:ph type="dt" sz="half" idx="10"/>
          </p:nvPr>
        </p:nvSpPr>
        <p:spPr/>
        <p:txBody>
          <a:bodyPr/>
          <a:lstStyle/>
          <a:p>
            <a:fld id="{2AA0FF22-0FA2-4ADF-BBB3-50C50C18132F}" type="datetimeFigureOut">
              <a:rPr lang="en-US" smtClean="0"/>
              <a:t>10/15/2026</a:t>
            </a:fld>
            <a:endParaRPr lang="en-US"/>
          </a:p>
        </p:txBody>
      </p:sp>
      <p:sp>
        <p:nvSpPr>
          <p:cNvPr id="4" name="Fußzeilenplatzhalter 3">
            <a:extLst>
              <a:ext uri="{FF2B5EF4-FFF2-40B4-BE49-F238E27FC236}">
                <a16:creationId xmlns:a16="http://schemas.microsoft.com/office/drawing/2014/main" id="{C8416DB8-CDF7-988E-C848-13560F79BC12}"/>
              </a:ext>
            </a:extLst>
          </p:cNvPr>
          <p:cNvSpPr>
            <a:spLocks noGrp="1"/>
          </p:cNvSpPr>
          <p:nvPr>
            <p:ph type="ftr" sz="quarter" idx="11"/>
          </p:nvPr>
        </p:nvSpPr>
        <p:spPr/>
        <p:txBody>
          <a:bodyPr/>
          <a:lstStyle/>
          <a:p>
            <a:endParaRPr lang="en-US"/>
          </a:p>
        </p:txBody>
      </p:sp>
      <p:sp>
        <p:nvSpPr>
          <p:cNvPr id="5" name="Foliennummernplatzhalter 4">
            <a:extLst>
              <a:ext uri="{FF2B5EF4-FFF2-40B4-BE49-F238E27FC236}">
                <a16:creationId xmlns:a16="http://schemas.microsoft.com/office/drawing/2014/main" id="{219FA094-2FBD-61CB-838D-12B490F8D8BF}"/>
              </a:ext>
            </a:extLst>
          </p:cNvPr>
          <p:cNvSpPr>
            <a:spLocks noGrp="1"/>
          </p:cNvSpPr>
          <p:nvPr>
            <p:ph type="sldNum" sz="quarter" idx="12"/>
          </p:nvPr>
        </p:nvSpPr>
        <p:spPr/>
        <p:txBody>
          <a:bodyPr/>
          <a:lstStyle/>
          <a:p>
            <a:fld id="{38028113-8162-4052-893D-D8F71F00C7D1}" type="slidenum">
              <a:rPr lang="en-US" smtClean="0"/>
              <a:t>‹Nr.›</a:t>
            </a:fld>
            <a:endParaRPr lang="en-US"/>
          </a:p>
        </p:txBody>
      </p:sp>
    </p:spTree>
    <p:extLst>
      <p:ext uri="{BB962C8B-B14F-4D97-AF65-F5344CB8AC3E}">
        <p14:creationId xmlns:p14="http://schemas.microsoft.com/office/powerpoint/2010/main" val="3468526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8763DD4-EF4C-4473-27E8-E18C693625D8}"/>
              </a:ext>
            </a:extLst>
          </p:cNvPr>
          <p:cNvSpPr>
            <a:spLocks noGrp="1"/>
          </p:cNvSpPr>
          <p:nvPr>
            <p:ph type="dt" sz="half" idx="10"/>
          </p:nvPr>
        </p:nvSpPr>
        <p:spPr/>
        <p:txBody>
          <a:bodyPr/>
          <a:lstStyle/>
          <a:p>
            <a:fld id="{2AA0FF22-0FA2-4ADF-BBB3-50C50C18132F}" type="datetimeFigureOut">
              <a:rPr lang="en-US" smtClean="0"/>
              <a:t>10/15/2026</a:t>
            </a:fld>
            <a:endParaRPr lang="en-US"/>
          </a:p>
        </p:txBody>
      </p:sp>
      <p:sp>
        <p:nvSpPr>
          <p:cNvPr id="3" name="Fußzeilenplatzhalter 2">
            <a:extLst>
              <a:ext uri="{FF2B5EF4-FFF2-40B4-BE49-F238E27FC236}">
                <a16:creationId xmlns:a16="http://schemas.microsoft.com/office/drawing/2014/main" id="{9CA13C5A-344E-F738-2BD1-FB2733A27955}"/>
              </a:ext>
            </a:extLst>
          </p:cNvPr>
          <p:cNvSpPr>
            <a:spLocks noGrp="1"/>
          </p:cNvSpPr>
          <p:nvPr>
            <p:ph type="ftr" sz="quarter" idx="11"/>
          </p:nvPr>
        </p:nvSpPr>
        <p:spPr/>
        <p:txBody>
          <a:bodyPr/>
          <a:lstStyle/>
          <a:p>
            <a:endParaRPr lang="en-US"/>
          </a:p>
        </p:txBody>
      </p:sp>
      <p:sp>
        <p:nvSpPr>
          <p:cNvPr id="4" name="Foliennummernplatzhalter 3">
            <a:extLst>
              <a:ext uri="{FF2B5EF4-FFF2-40B4-BE49-F238E27FC236}">
                <a16:creationId xmlns:a16="http://schemas.microsoft.com/office/drawing/2014/main" id="{4E0B1950-7507-C42F-DD96-C649EA64DB23}"/>
              </a:ext>
            </a:extLst>
          </p:cNvPr>
          <p:cNvSpPr>
            <a:spLocks noGrp="1"/>
          </p:cNvSpPr>
          <p:nvPr>
            <p:ph type="sldNum" sz="quarter" idx="12"/>
          </p:nvPr>
        </p:nvSpPr>
        <p:spPr/>
        <p:txBody>
          <a:bodyPr/>
          <a:lstStyle/>
          <a:p>
            <a:fld id="{38028113-8162-4052-893D-D8F71F00C7D1}" type="slidenum">
              <a:rPr lang="en-US" smtClean="0"/>
              <a:t>‹Nr.›</a:t>
            </a:fld>
            <a:endParaRPr lang="en-US"/>
          </a:p>
        </p:txBody>
      </p:sp>
    </p:spTree>
    <p:extLst>
      <p:ext uri="{BB962C8B-B14F-4D97-AF65-F5344CB8AC3E}">
        <p14:creationId xmlns:p14="http://schemas.microsoft.com/office/powerpoint/2010/main" val="3724737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F8C11F-7E4B-E41A-A471-E78242E8179A}"/>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Inhaltsplatzhalter 2">
            <a:extLst>
              <a:ext uri="{FF2B5EF4-FFF2-40B4-BE49-F238E27FC236}">
                <a16:creationId xmlns:a16="http://schemas.microsoft.com/office/drawing/2014/main" id="{32AF20FB-8FC3-BF22-DE14-B4F576A8CB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platzhalter 3">
            <a:extLst>
              <a:ext uri="{FF2B5EF4-FFF2-40B4-BE49-F238E27FC236}">
                <a16:creationId xmlns:a16="http://schemas.microsoft.com/office/drawing/2014/main" id="{B3EA50FB-BA0A-1E50-257F-52D622999D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8001036E-D66A-7437-7DEF-029F2B23EEF8}"/>
              </a:ext>
            </a:extLst>
          </p:cNvPr>
          <p:cNvSpPr>
            <a:spLocks noGrp="1"/>
          </p:cNvSpPr>
          <p:nvPr>
            <p:ph type="dt" sz="half" idx="10"/>
          </p:nvPr>
        </p:nvSpPr>
        <p:spPr/>
        <p:txBody>
          <a:bodyPr/>
          <a:lstStyle/>
          <a:p>
            <a:fld id="{2AA0FF22-0FA2-4ADF-BBB3-50C50C18132F}" type="datetimeFigureOut">
              <a:rPr lang="en-US" smtClean="0"/>
              <a:t>10/15/2026</a:t>
            </a:fld>
            <a:endParaRPr lang="en-US"/>
          </a:p>
        </p:txBody>
      </p:sp>
      <p:sp>
        <p:nvSpPr>
          <p:cNvPr id="6" name="Fußzeilenplatzhalter 5">
            <a:extLst>
              <a:ext uri="{FF2B5EF4-FFF2-40B4-BE49-F238E27FC236}">
                <a16:creationId xmlns:a16="http://schemas.microsoft.com/office/drawing/2014/main" id="{3DE2FA9C-F3A2-D212-7A59-C1B27688EE5A}"/>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5099186E-6B8A-2CEA-5AA1-34E65B51FE8F}"/>
              </a:ext>
            </a:extLst>
          </p:cNvPr>
          <p:cNvSpPr>
            <a:spLocks noGrp="1"/>
          </p:cNvSpPr>
          <p:nvPr>
            <p:ph type="sldNum" sz="quarter" idx="12"/>
          </p:nvPr>
        </p:nvSpPr>
        <p:spPr/>
        <p:txBody>
          <a:bodyPr/>
          <a:lstStyle/>
          <a:p>
            <a:fld id="{38028113-8162-4052-893D-D8F71F00C7D1}" type="slidenum">
              <a:rPr lang="en-US" smtClean="0"/>
              <a:t>‹Nr.›</a:t>
            </a:fld>
            <a:endParaRPr lang="en-US"/>
          </a:p>
        </p:txBody>
      </p:sp>
    </p:spTree>
    <p:extLst>
      <p:ext uri="{BB962C8B-B14F-4D97-AF65-F5344CB8AC3E}">
        <p14:creationId xmlns:p14="http://schemas.microsoft.com/office/powerpoint/2010/main" val="3351181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A31D65-8597-9DFE-29BC-CA3F7BACBC9A}"/>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Bildplatzhalter 2">
            <a:extLst>
              <a:ext uri="{FF2B5EF4-FFF2-40B4-BE49-F238E27FC236}">
                <a16:creationId xmlns:a16="http://schemas.microsoft.com/office/drawing/2014/main" id="{E5537274-769D-EEF6-9937-2E33924ED3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a:extLst>
              <a:ext uri="{FF2B5EF4-FFF2-40B4-BE49-F238E27FC236}">
                <a16:creationId xmlns:a16="http://schemas.microsoft.com/office/drawing/2014/main" id="{684BCDF8-67B6-972E-FF69-2040FE3E4A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8EDAF14-00C4-89C1-545F-7F347ABE0938}"/>
              </a:ext>
            </a:extLst>
          </p:cNvPr>
          <p:cNvSpPr>
            <a:spLocks noGrp="1"/>
          </p:cNvSpPr>
          <p:nvPr>
            <p:ph type="dt" sz="half" idx="10"/>
          </p:nvPr>
        </p:nvSpPr>
        <p:spPr/>
        <p:txBody>
          <a:bodyPr/>
          <a:lstStyle/>
          <a:p>
            <a:fld id="{2AA0FF22-0FA2-4ADF-BBB3-50C50C18132F}" type="datetimeFigureOut">
              <a:rPr lang="en-US" smtClean="0"/>
              <a:t>10/15/2026</a:t>
            </a:fld>
            <a:endParaRPr lang="en-US"/>
          </a:p>
        </p:txBody>
      </p:sp>
      <p:sp>
        <p:nvSpPr>
          <p:cNvPr id="6" name="Fußzeilenplatzhalter 5">
            <a:extLst>
              <a:ext uri="{FF2B5EF4-FFF2-40B4-BE49-F238E27FC236}">
                <a16:creationId xmlns:a16="http://schemas.microsoft.com/office/drawing/2014/main" id="{E189E440-C93A-98B7-53C2-BC1F506AFA87}"/>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84F04257-2EBA-8051-4E61-33C055601A9B}"/>
              </a:ext>
            </a:extLst>
          </p:cNvPr>
          <p:cNvSpPr>
            <a:spLocks noGrp="1"/>
          </p:cNvSpPr>
          <p:nvPr>
            <p:ph type="sldNum" sz="quarter" idx="12"/>
          </p:nvPr>
        </p:nvSpPr>
        <p:spPr/>
        <p:txBody>
          <a:bodyPr/>
          <a:lstStyle/>
          <a:p>
            <a:fld id="{38028113-8162-4052-893D-D8F71F00C7D1}" type="slidenum">
              <a:rPr lang="en-US" smtClean="0"/>
              <a:t>‹Nr.›</a:t>
            </a:fld>
            <a:endParaRPr lang="en-US"/>
          </a:p>
        </p:txBody>
      </p:sp>
    </p:spTree>
    <p:extLst>
      <p:ext uri="{BB962C8B-B14F-4D97-AF65-F5344CB8AC3E}">
        <p14:creationId xmlns:p14="http://schemas.microsoft.com/office/powerpoint/2010/main" val="3825086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6625E4-05D7-D4C2-0421-8454EB093495}"/>
              </a:ext>
            </a:extLst>
          </p:cNvPr>
          <p:cNvSpPr>
            <a:spLocks noGrp="1"/>
          </p:cNvSpPr>
          <p:nvPr>
            <p:ph type="title"/>
          </p:nvPr>
        </p:nvSpPr>
        <p:spPr/>
        <p:txBody>
          <a:bodyPr/>
          <a:lstStyle/>
          <a:p>
            <a:r>
              <a:rPr lang="de-DE"/>
              <a:t>Mastertitelformat bearbeiten</a:t>
            </a:r>
            <a:endParaRPr lang="en-US"/>
          </a:p>
        </p:txBody>
      </p:sp>
      <p:sp>
        <p:nvSpPr>
          <p:cNvPr id="3" name="Vertikaler Textplatzhalter 2">
            <a:extLst>
              <a:ext uri="{FF2B5EF4-FFF2-40B4-BE49-F238E27FC236}">
                <a16:creationId xmlns:a16="http://schemas.microsoft.com/office/drawing/2014/main" id="{E29495A3-54AC-41E7-F300-4E73F9987F4D}"/>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268461B0-D6D6-90DC-86C8-D0C1FC97BDD7}"/>
              </a:ext>
            </a:extLst>
          </p:cNvPr>
          <p:cNvSpPr>
            <a:spLocks noGrp="1"/>
          </p:cNvSpPr>
          <p:nvPr>
            <p:ph type="dt" sz="half" idx="10"/>
          </p:nvPr>
        </p:nvSpPr>
        <p:spPr/>
        <p:txBody>
          <a:bodyPr/>
          <a:lstStyle/>
          <a:p>
            <a:fld id="{2AA0FF22-0FA2-4ADF-BBB3-50C50C18132F}" type="datetimeFigureOut">
              <a:rPr lang="en-US" smtClean="0"/>
              <a:t>10/15/2026</a:t>
            </a:fld>
            <a:endParaRPr lang="en-US"/>
          </a:p>
        </p:txBody>
      </p:sp>
      <p:sp>
        <p:nvSpPr>
          <p:cNvPr id="5" name="Fußzeilenplatzhalter 4">
            <a:extLst>
              <a:ext uri="{FF2B5EF4-FFF2-40B4-BE49-F238E27FC236}">
                <a16:creationId xmlns:a16="http://schemas.microsoft.com/office/drawing/2014/main" id="{97DFF24D-28A6-3D59-467A-5314F73FE073}"/>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ACB20D9-1F47-0F36-BAF5-A76E73711C3C}"/>
              </a:ext>
            </a:extLst>
          </p:cNvPr>
          <p:cNvSpPr>
            <a:spLocks noGrp="1"/>
          </p:cNvSpPr>
          <p:nvPr>
            <p:ph type="sldNum" sz="quarter" idx="12"/>
          </p:nvPr>
        </p:nvSpPr>
        <p:spPr/>
        <p:txBody>
          <a:bodyPr/>
          <a:lstStyle/>
          <a:p>
            <a:fld id="{38028113-8162-4052-893D-D8F71F00C7D1}" type="slidenum">
              <a:rPr lang="en-US" smtClean="0"/>
              <a:t>‹Nr.›</a:t>
            </a:fld>
            <a:endParaRPr lang="en-US"/>
          </a:p>
        </p:txBody>
      </p:sp>
    </p:spTree>
    <p:extLst>
      <p:ext uri="{BB962C8B-B14F-4D97-AF65-F5344CB8AC3E}">
        <p14:creationId xmlns:p14="http://schemas.microsoft.com/office/powerpoint/2010/main" val="195567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19407D41-499F-D6C4-F52C-6ECCEFD6848D}"/>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US"/>
          </a:p>
        </p:txBody>
      </p:sp>
      <p:sp>
        <p:nvSpPr>
          <p:cNvPr id="3" name="Vertikaler Textplatzhalter 2">
            <a:extLst>
              <a:ext uri="{FF2B5EF4-FFF2-40B4-BE49-F238E27FC236}">
                <a16:creationId xmlns:a16="http://schemas.microsoft.com/office/drawing/2014/main" id="{EB2D8742-380F-CE7D-8800-FF0F20CB55AC}"/>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82C3E301-179C-878E-471D-FC7354AE28A6}"/>
              </a:ext>
            </a:extLst>
          </p:cNvPr>
          <p:cNvSpPr>
            <a:spLocks noGrp="1"/>
          </p:cNvSpPr>
          <p:nvPr>
            <p:ph type="dt" sz="half" idx="10"/>
          </p:nvPr>
        </p:nvSpPr>
        <p:spPr/>
        <p:txBody>
          <a:bodyPr/>
          <a:lstStyle/>
          <a:p>
            <a:fld id="{2AA0FF22-0FA2-4ADF-BBB3-50C50C18132F}" type="datetimeFigureOut">
              <a:rPr lang="en-US" smtClean="0"/>
              <a:t>10/15/2026</a:t>
            </a:fld>
            <a:endParaRPr lang="en-US"/>
          </a:p>
        </p:txBody>
      </p:sp>
      <p:sp>
        <p:nvSpPr>
          <p:cNvPr id="5" name="Fußzeilenplatzhalter 4">
            <a:extLst>
              <a:ext uri="{FF2B5EF4-FFF2-40B4-BE49-F238E27FC236}">
                <a16:creationId xmlns:a16="http://schemas.microsoft.com/office/drawing/2014/main" id="{5B1C741E-6D6C-7EBE-2478-5FC5B33DE57D}"/>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224118E2-9AC8-07F3-7F0D-85ED3B2F879A}"/>
              </a:ext>
            </a:extLst>
          </p:cNvPr>
          <p:cNvSpPr>
            <a:spLocks noGrp="1"/>
          </p:cNvSpPr>
          <p:nvPr>
            <p:ph type="sldNum" sz="quarter" idx="12"/>
          </p:nvPr>
        </p:nvSpPr>
        <p:spPr/>
        <p:txBody>
          <a:bodyPr/>
          <a:lstStyle/>
          <a:p>
            <a:fld id="{38028113-8162-4052-893D-D8F71F00C7D1}" type="slidenum">
              <a:rPr lang="en-US" smtClean="0"/>
              <a:t>‹Nr.›</a:t>
            </a:fld>
            <a:endParaRPr lang="en-US"/>
          </a:p>
        </p:txBody>
      </p:sp>
    </p:spTree>
    <p:extLst>
      <p:ext uri="{BB962C8B-B14F-4D97-AF65-F5344CB8AC3E}">
        <p14:creationId xmlns:p14="http://schemas.microsoft.com/office/powerpoint/2010/main" val="327288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96A97D68-27D0-7422-3C41-325DBFC86A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US"/>
          </a:p>
        </p:txBody>
      </p:sp>
      <p:sp>
        <p:nvSpPr>
          <p:cNvPr id="3" name="Textplatzhalter 2">
            <a:extLst>
              <a:ext uri="{FF2B5EF4-FFF2-40B4-BE49-F238E27FC236}">
                <a16:creationId xmlns:a16="http://schemas.microsoft.com/office/drawing/2014/main" id="{A02F69F0-1DA9-E4DD-594F-0C68F370D3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5B6995AE-3EE8-4583-6176-C4CF1ED535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A0FF22-0FA2-4ADF-BBB3-50C50C18132F}" type="datetimeFigureOut">
              <a:rPr lang="en-US" smtClean="0"/>
              <a:t>10/15/2026</a:t>
            </a:fld>
            <a:endParaRPr lang="en-US"/>
          </a:p>
        </p:txBody>
      </p:sp>
      <p:sp>
        <p:nvSpPr>
          <p:cNvPr id="5" name="Fußzeilenplatzhalter 4">
            <a:extLst>
              <a:ext uri="{FF2B5EF4-FFF2-40B4-BE49-F238E27FC236}">
                <a16:creationId xmlns:a16="http://schemas.microsoft.com/office/drawing/2014/main" id="{9CE72002-F0F8-2B30-3299-CA8B394590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Foliennummernplatzhalter 5">
            <a:extLst>
              <a:ext uri="{FF2B5EF4-FFF2-40B4-BE49-F238E27FC236}">
                <a16:creationId xmlns:a16="http://schemas.microsoft.com/office/drawing/2014/main" id="{9ED57367-872C-862B-46DA-764BEDBDF9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028113-8162-4052-893D-D8F71F00C7D1}" type="slidenum">
              <a:rPr lang="en-US" smtClean="0"/>
              <a:t>‹Nr.›</a:t>
            </a:fld>
            <a:endParaRPr lang="en-US"/>
          </a:p>
        </p:txBody>
      </p:sp>
    </p:spTree>
    <p:extLst>
      <p:ext uri="{BB962C8B-B14F-4D97-AF65-F5344CB8AC3E}">
        <p14:creationId xmlns:p14="http://schemas.microsoft.com/office/powerpoint/2010/main" val="182682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A2F966-F695-4698-38DA-E91C1716B35F}"/>
              </a:ext>
            </a:extLst>
          </p:cNvPr>
          <p:cNvSpPr>
            <a:spLocks noGrp="1"/>
          </p:cNvSpPr>
          <p:nvPr>
            <p:ph type="ctrTitle"/>
          </p:nvPr>
        </p:nvSpPr>
        <p:spPr/>
        <p:txBody>
          <a:bodyPr/>
          <a:lstStyle/>
          <a:p>
            <a:endParaRPr lang="en-US"/>
          </a:p>
        </p:txBody>
      </p:sp>
      <p:sp>
        <p:nvSpPr>
          <p:cNvPr id="3" name="Untertitel 2">
            <a:extLst>
              <a:ext uri="{FF2B5EF4-FFF2-40B4-BE49-F238E27FC236}">
                <a16:creationId xmlns:a16="http://schemas.microsoft.com/office/drawing/2014/main" id="{2F0202D6-3632-795B-23AA-A316D8D03260}"/>
              </a:ext>
            </a:extLst>
          </p:cNvPr>
          <p:cNvSpPr>
            <a:spLocks noGrp="1"/>
          </p:cNvSpPr>
          <p:nvPr>
            <p:ph type="subTitle" idx="1"/>
          </p:nvPr>
        </p:nvSpPr>
        <p:spPr/>
        <p:txBody>
          <a:bodyPr/>
          <a:lstStyle/>
          <a:p>
            <a:endParaRPr lang="en-US"/>
          </a:p>
        </p:txBody>
      </p:sp>
      <p:pic>
        <p:nvPicPr>
          <p:cNvPr id="5" name="Grafik 4">
            <a:extLst>
              <a:ext uri="{FF2B5EF4-FFF2-40B4-BE49-F238E27FC236}">
                <a16:creationId xmlns:a16="http://schemas.microsoft.com/office/drawing/2014/main" id="{378A694E-CC06-74F1-644B-AFDD0C64FAE1}"/>
              </a:ext>
            </a:extLst>
          </p:cNvPr>
          <p:cNvPicPr>
            <a:picLocks noChangeAspect="1"/>
          </p:cNvPicPr>
          <p:nvPr/>
        </p:nvPicPr>
        <p:blipFill>
          <a:blip r:embed="rId3"/>
          <a:stretch>
            <a:fillRect/>
          </a:stretch>
        </p:blipFill>
        <p:spPr>
          <a:xfrm>
            <a:off x="0" y="595424"/>
            <a:ext cx="12192000" cy="5667152"/>
          </a:xfrm>
          <a:prstGeom prst="rect">
            <a:avLst/>
          </a:prstGeom>
        </p:spPr>
      </p:pic>
      <p:pic>
        <p:nvPicPr>
          <p:cNvPr id="6" name="Grafik 5" descr="Universität Bern | Schweizerische Hydrologische Kommission (CHy)">
            <a:extLst>
              <a:ext uri="{FF2B5EF4-FFF2-40B4-BE49-F238E27FC236}">
                <a16:creationId xmlns:a16="http://schemas.microsoft.com/office/drawing/2014/main" id="{C2FC4CB2-9F8D-B23D-3569-35BE9EA22006}"/>
              </a:ext>
            </a:extLst>
          </p:cNvPr>
          <p:cNvPicPr>
            <a:picLocks noChangeAspect="1"/>
          </p:cNvPicPr>
          <p:nvPr/>
        </p:nvPicPr>
        <p:blipFill>
          <a:blip r:embed="rId4"/>
          <a:stretch>
            <a:fillRect/>
          </a:stretch>
        </p:blipFill>
        <p:spPr>
          <a:xfrm>
            <a:off x="419100" y="7031"/>
            <a:ext cx="1525409" cy="1176785"/>
          </a:xfrm>
          <a:prstGeom prst="rect">
            <a:avLst/>
          </a:prstGeom>
        </p:spPr>
      </p:pic>
    </p:spTree>
    <p:extLst>
      <p:ext uri="{BB962C8B-B14F-4D97-AF65-F5344CB8AC3E}">
        <p14:creationId xmlns:p14="http://schemas.microsoft.com/office/powerpoint/2010/main" val="2282652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3EAA6A-4513-EDFF-7B34-558ADC9BB539}"/>
              </a:ext>
            </a:extLst>
          </p:cNvPr>
          <p:cNvSpPr>
            <a:spLocks noGrp="1"/>
          </p:cNvSpPr>
          <p:nvPr>
            <p:ph type="title"/>
          </p:nvPr>
        </p:nvSpPr>
        <p:spPr/>
        <p:txBody>
          <a:bodyPr/>
          <a:lstStyle/>
          <a:p>
            <a:endParaRPr lang="en-US" dirty="0"/>
          </a:p>
        </p:txBody>
      </p:sp>
      <p:sp>
        <p:nvSpPr>
          <p:cNvPr id="3" name="Inhaltsplatzhalter 2">
            <a:extLst>
              <a:ext uri="{FF2B5EF4-FFF2-40B4-BE49-F238E27FC236}">
                <a16:creationId xmlns:a16="http://schemas.microsoft.com/office/drawing/2014/main" id="{832CA272-114B-769E-A368-652D9F4A4D5E}"/>
              </a:ext>
            </a:extLst>
          </p:cNvPr>
          <p:cNvSpPr>
            <a:spLocks noGrp="1"/>
          </p:cNvSpPr>
          <p:nvPr>
            <p:ph idx="1"/>
          </p:nvPr>
        </p:nvSpPr>
        <p:spPr/>
        <p:txBody>
          <a:bodyPr/>
          <a:lstStyle/>
          <a:p>
            <a:endParaRPr lang="en-US"/>
          </a:p>
        </p:txBody>
      </p:sp>
      <p:pic>
        <p:nvPicPr>
          <p:cNvPr id="5" name="Grafik 4" descr="Universität Bern | Schweizerische Hydrologische Kommission (CHy)">
            <a:extLst>
              <a:ext uri="{FF2B5EF4-FFF2-40B4-BE49-F238E27FC236}">
                <a16:creationId xmlns:a16="http://schemas.microsoft.com/office/drawing/2014/main" id="{1572F9F1-3669-567F-18E2-9F93CD184CB3}"/>
              </a:ext>
            </a:extLst>
          </p:cNvPr>
          <p:cNvPicPr>
            <a:picLocks noChangeAspect="1"/>
          </p:cNvPicPr>
          <p:nvPr/>
        </p:nvPicPr>
        <p:blipFill>
          <a:blip r:embed="rId3"/>
          <a:stretch>
            <a:fillRect/>
          </a:stretch>
        </p:blipFill>
        <p:spPr>
          <a:xfrm>
            <a:off x="419100" y="7031"/>
            <a:ext cx="1525409" cy="1176785"/>
          </a:xfrm>
          <a:prstGeom prst="rect">
            <a:avLst/>
          </a:prstGeom>
        </p:spPr>
      </p:pic>
    </p:spTree>
    <p:extLst>
      <p:ext uri="{BB962C8B-B14F-4D97-AF65-F5344CB8AC3E}">
        <p14:creationId xmlns:p14="http://schemas.microsoft.com/office/powerpoint/2010/main" val="2821183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9E4891-6A2B-7002-7520-87C55A87B6FE}"/>
              </a:ext>
            </a:extLst>
          </p:cNvPr>
          <p:cNvSpPr>
            <a:spLocks noGrp="1"/>
          </p:cNvSpPr>
          <p:nvPr>
            <p:ph type="title"/>
          </p:nvPr>
        </p:nvSpPr>
        <p:spPr/>
        <p:txBody>
          <a:bodyPr/>
          <a:lstStyle/>
          <a:p>
            <a:endParaRPr lang="en-US"/>
          </a:p>
        </p:txBody>
      </p:sp>
      <p:sp>
        <p:nvSpPr>
          <p:cNvPr id="3" name="Inhaltsplatzhalter 2">
            <a:extLst>
              <a:ext uri="{FF2B5EF4-FFF2-40B4-BE49-F238E27FC236}">
                <a16:creationId xmlns:a16="http://schemas.microsoft.com/office/drawing/2014/main" id="{91D322DC-1DFC-2849-248E-AA2A06117A3B}"/>
              </a:ext>
            </a:extLst>
          </p:cNvPr>
          <p:cNvSpPr>
            <a:spLocks noGrp="1"/>
          </p:cNvSpPr>
          <p:nvPr>
            <p:ph idx="1"/>
          </p:nvPr>
        </p:nvSpPr>
        <p:spPr/>
        <p:txBody>
          <a:bodyPr/>
          <a:lstStyle/>
          <a:p>
            <a:endParaRPr lang="en-US"/>
          </a:p>
        </p:txBody>
      </p:sp>
      <p:pic>
        <p:nvPicPr>
          <p:cNvPr id="5" name="Grafik 4">
            <a:extLst>
              <a:ext uri="{FF2B5EF4-FFF2-40B4-BE49-F238E27FC236}">
                <a16:creationId xmlns:a16="http://schemas.microsoft.com/office/drawing/2014/main" id="{4E01D756-3FD1-A87B-3B79-C9E32B32F274}"/>
              </a:ext>
            </a:extLst>
          </p:cNvPr>
          <p:cNvPicPr>
            <a:picLocks noChangeAspect="1"/>
          </p:cNvPicPr>
          <p:nvPr/>
        </p:nvPicPr>
        <p:blipFill>
          <a:blip r:embed="rId3"/>
          <a:stretch>
            <a:fillRect/>
          </a:stretch>
        </p:blipFill>
        <p:spPr>
          <a:xfrm>
            <a:off x="0" y="967250"/>
            <a:ext cx="12192000" cy="5209713"/>
          </a:xfrm>
          <a:prstGeom prst="rect">
            <a:avLst/>
          </a:prstGeom>
        </p:spPr>
      </p:pic>
      <p:pic>
        <p:nvPicPr>
          <p:cNvPr id="7" name="Grafik 6" descr="Universität Bern | Schweizerische Hydrologische Kommission (CHy)">
            <a:extLst>
              <a:ext uri="{FF2B5EF4-FFF2-40B4-BE49-F238E27FC236}">
                <a16:creationId xmlns:a16="http://schemas.microsoft.com/office/drawing/2014/main" id="{E8B55609-47C0-C5AA-2AAF-4A9DA01D8B28}"/>
              </a:ext>
            </a:extLst>
          </p:cNvPr>
          <p:cNvPicPr>
            <a:picLocks noChangeAspect="1"/>
          </p:cNvPicPr>
          <p:nvPr/>
        </p:nvPicPr>
        <p:blipFill>
          <a:blip r:embed="rId4"/>
          <a:stretch>
            <a:fillRect/>
          </a:stretch>
        </p:blipFill>
        <p:spPr>
          <a:xfrm>
            <a:off x="419100" y="7031"/>
            <a:ext cx="1525409" cy="1176785"/>
          </a:xfrm>
          <a:prstGeom prst="rect">
            <a:avLst/>
          </a:prstGeom>
        </p:spPr>
      </p:pic>
    </p:spTree>
    <p:extLst>
      <p:ext uri="{BB962C8B-B14F-4D97-AF65-F5344CB8AC3E}">
        <p14:creationId xmlns:p14="http://schemas.microsoft.com/office/powerpoint/2010/main" val="873489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6B692A-F39D-9CFE-0086-E9D93BE0A62A}"/>
              </a:ext>
            </a:extLst>
          </p:cNvPr>
          <p:cNvSpPr>
            <a:spLocks noGrp="1"/>
          </p:cNvSpPr>
          <p:nvPr>
            <p:ph type="title"/>
          </p:nvPr>
        </p:nvSpPr>
        <p:spPr/>
        <p:txBody>
          <a:bodyPr/>
          <a:lstStyle/>
          <a:p>
            <a:r>
              <a:rPr lang="en-US" dirty="0"/>
              <a:t>{show archive}</a:t>
            </a:r>
          </a:p>
        </p:txBody>
      </p:sp>
      <p:sp>
        <p:nvSpPr>
          <p:cNvPr id="3" name="Inhaltsplatzhalter 2">
            <a:extLst>
              <a:ext uri="{FF2B5EF4-FFF2-40B4-BE49-F238E27FC236}">
                <a16:creationId xmlns:a16="http://schemas.microsoft.com/office/drawing/2014/main" id="{A53DE30D-0B28-6566-5593-FE30C51BE7A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47159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C0F822-EE30-1D32-C038-CD110872E2FF}"/>
              </a:ext>
            </a:extLst>
          </p:cNvPr>
          <p:cNvSpPr>
            <a:spLocks noGrp="1"/>
          </p:cNvSpPr>
          <p:nvPr>
            <p:ph type="title"/>
          </p:nvPr>
        </p:nvSpPr>
        <p:spPr/>
        <p:txBody>
          <a:bodyPr/>
          <a:lstStyle/>
          <a:p>
            <a:endParaRPr lang="en-US"/>
          </a:p>
        </p:txBody>
      </p:sp>
      <p:sp>
        <p:nvSpPr>
          <p:cNvPr id="3" name="Inhaltsplatzhalter 2">
            <a:extLst>
              <a:ext uri="{FF2B5EF4-FFF2-40B4-BE49-F238E27FC236}">
                <a16:creationId xmlns:a16="http://schemas.microsoft.com/office/drawing/2014/main" id="{D0DE3B4B-3849-937D-0928-4542AD077B1B}"/>
              </a:ext>
            </a:extLst>
          </p:cNvPr>
          <p:cNvSpPr>
            <a:spLocks noGrp="1"/>
          </p:cNvSpPr>
          <p:nvPr>
            <p:ph idx="1"/>
          </p:nvPr>
        </p:nvSpPr>
        <p:spPr/>
        <p:txBody>
          <a:bodyPr/>
          <a:lstStyle/>
          <a:p>
            <a:endParaRPr lang="en-US"/>
          </a:p>
        </p:txBody>
      </p:sp>
      <p:pic>
        <p:nvPicPr>
          <p:cNvPr id="5" name="Grafik 4">
            <a:extLst>
              <a:ext uri="{FF2B5EF4-FFF2-40B4-BE49-F238E27FC236}">
                <a16:creationId xmlns:a16="http://schemas.microsoft.com/office/drawing/2014/main" id="{115894A0-CABD-2927-7E3F-03B1D8F8DE98}"/>
              </a:ext>
            </a:extLst>
          </p:cNvPr>
          <p:cNvPicPr>
            <a:picLocks noChangeAspect="1"/>
          </p:cNvPicPr>
          <p:nvPr/>
        </p:nvPicPr>
        <p:blipFill>
          <a:blip r:embed="rId3"/>
          <a:stretch>
            <a:fillRect/>
          </a:stretch>
        </p:blipFill>
        <p:spPr>
          <a:xfrm>
            <a:off x="1944509" y="199574"/>
            <a:ext cx="10050278" cy="6458851"/>
          </a:xfrm>
          <a:prstGeom prst="rect">
            <a:avLst/>
          </a:prstGeom>
        </p:spPr>
      </p:pic>
      <p:pic>
        <p:nvPicPr>
          <p:cNvPr id="7" name="Grafik 6" descr="Universität Bern | Schweizerische Hydrologische Kommission (CHy)">
            <a:extLst>
              <a:ext uri="{FF2B5EF4-FFF2-40B4-BE49-F238E27FC236}">
                <a16:creationId xmlns:a16="http://schemas.microsoft.com/office/drawing/2014/main" id="{A9545694-39D5-13CF-6F73-A3565637C1FE}"/>
              </a:ext>
            </a:extLst>
          </p:cNvPr>
          <p:cNvPicPr>
            <a:picLocks noChangeAspect="1"/>
          </p:cNvPicPr>
          <p:nvPr/>
        </p:nvPicPr>
        <p:blipFill>
          <a:blip r:embed="rId4"/>
          <a:stretch>
            <a:fillRect/>
          </a:stretch>
        </p:blipFill>
        <p:spPr>
          <a:xfrm>
            <a:off x="419100" y="7031"/>
            <a:ext cx="1525409" cy="1176785"/>
          </a:xfrm>
          <a:prstGeom prst="rect">
            <a:avLst/>
          </a:prstGeom>
        </p:spPr>
      </p:pic>
    </p:spTree>
    <p:extLst>
      <p:ext uri="{BB962C8B-B14F-4D97-AF65-F5344CB8AC3E}">
        <p14:creationId xmlns:p14="http://schemas.microsoft.com/office/powerpoint/2010/main" val="3402180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208CC-0E37-069F-1DE8-BDAAB0DB905D}"/>
              </a:ext>
            </a:extLst>
          </p:cNvPr>
          <p:cNvSpPr>
            <a:spLocks noGrp="1"/>
          </p:cNvSpPr>
          <p:nvPr>
            <p:ph type="title"/>
          </p:nvPr>
        </p:nvSpPr>
        <p:spPr/>
        <p:txBody>
          <a:bodyPr/>
          <a:lstStyle/>
          <a:p>
            <a:endParaRPr lang="en-US" dirty="0"/>
          </a:p>
        </p:txBody>
      </p:sp>
      <p:sp>
        <p:nvSpPr>
          <p:cNvPr id="7" name="Inhaltsplatzhalter 6">
            <a:extLst>
              <a:ext uri="{FF2B5EF4-FFF2-40B4-BE49-F238E27FC236}">
                <a16:creationId xmlns:a16="http://schemas.microsoft.com/office/drawing/2014/main" id="{66CCE29F-50E2-29D2-D6AF-3672C88BDF2D}"/>
              </a:ext>
            </a:extLst>
          </p:cNvPr>
          <p:cNvSpPr txBox="1">
            <a:spLocks noGrp="1"/>
          </p:cNvSpPr>
          <p:nvPr>
            <p:ph idx="1"/>
          </p:nvPr>
        </p:nvSpPr>
        <p:spPr>
          <a:xfrm>
            <a:off x="838200" y="1825625"/>
            <a:ext cx="10515600" cy="1886157"/>
          </a:xfrm>
          <a:prstGeom prst="rect">
            <a:avLst/>
          </a:prstGeom>
          <a:noFill/>
        </p:spPr>
        <p:txBody>
          <a:bodyPr wrap="square">
            <a:spAutoFit/>
          </a:bodyPr>
          <a:lstStyle/>
          <a:p>
            <a:r>
              <a:rPr lang="de-CH" sz="4000" dirty="0"/>
              <a:t>Website: https://x-tpl.github.io</a:t>
            </a:r>
          </a:p>
          <a:p>
            <a:r>
              <a:rPr lang="de-CH" sz="4000" dirty="0"/>
              <a:t>Dataset: https://vault.cloudlab.zhaw.ch/vault-data/x-tpl</a:t>
            </a:r>
          </a:p>
        </p:txBody>
      </p:sp>
    </p:spTree>
    <p:extLst>
      <p:ext uri="{BB962C8B-B14F-4D97-AF65-F5344CB8AC3E}">
        <p14:creationId xmlns:p14="http://schemas.microsoft.com/office/powerpoint/2010/main" val="15807071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359</Words>
  <Application>Microsoft Office PowerPoint</Application>
  <PresentationFormat>Breitbild</PresentationFormat>
  <Paragraphs>19</Paragraphs>
  <Slides>6</Slides>
  <Notes>6</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6</vt:i4>
      </vt:variant>
    </vt:vector>
  </HeadingPairs>
  <TitlesOfParts>
    <vt:vector size="10" baseType="lpstr">
      <vt:lpstr>Aptos</vt:lpstr>
      <vt:lpstr>Aptos Display</vt:lpstr>
      <vt:lpstr>Arial</vt:lpstr>
      <vt:lpstr>Office</vt:lpstr>
      <vt:lpstr>PowerPoint-Präsentation</vt:lpstr>
      <vt:lpstr>PowerPoint-Präsentation</vt:lpstr>
      <vt:lpstr>PowerPoint-Präsentation</vt:lpstr>
      <vt:lpstr>{show archive}</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Jordi, Tim Frederik (STUDENTS)</dc:creator>
  <cp:lastModifiedBy>Jordi, Tim Frederik (STUDENTS)</cp:lastModifiedBy>
  <cp:revision>6</cp:revision>
  <dcterms:created xsi:type="dcterms:W3CDTF">2026-10-11T14:23:53Z</dcterms:created>
  <dcterms:modified xsi:type="dcterms:W3CDTF">2026-10-15T13:44:57Z</dcterms:modified>
</cp:coreProperties>
</file>