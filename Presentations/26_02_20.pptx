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Builds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70E-42C3-BE9A-EB713B02EDE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6.033702308950512E-3"/>
                  <c:y val="-2.23172734455470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70E-42C3-BE9A-EB713B02EDE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Tabelle1!$A$2:$A$3</c:f>
              <c:strCache>
                <c:ptCount val="2"/>
                <c:pt idx="0">
                  <c:v>Successful</c:v>
                </c:pt>
                <c:pt idx="1">
                  <c:v>Error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5</c:v>
                </c:pt>
                <c:pt idx="1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0E-42C3-BE9A-EB713B02E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94A403-D459-60CC-A618-A6EB172E8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B4053AC-43EE-6DA3-D4A1-BBBF825B8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75A8B1-2D4C-06B0-040B-54BDBFB2F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A09B-904B-4023-87D2-245C28333D9B}" type="datetimeFigureOut">
              <a:rPr lang="de-CH" smtClean="0"/>
              <a:t>20.02.2026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029BCF-26FC-1608-81CD-5BDDF3161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6351C2-82C8-24B1-E50A-6EDFE1C6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6A5C5-9891-45D8-892B-A973BE91424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17200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688965-9283-3B03-04E2-5A92946FB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6A7D8D-0F2D-8FCB-B4E6-0EAA29BFD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E3456C-678C-08D8-F563-9211F31D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A09B-904B-4023-87D2-245C28333D9B}" type="datetimeFigureOut">
              <a:rPr lang="de-CH" smtClean="0"/>
              <a:t>20.02.2026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818768-28BB-6D19-7C5F-082B4F587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EB8610-3BC4-3D9D-CB4E-55C774AA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6A5C5-9891-45D8-892B-A973BE91424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7296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5F8495-4792-4745-03B3-5DD5F5714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09E292-6396-EC28-96A9-AA8A083FB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8B00CC-8390-DF96-D62B-191410875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A09B-904B-4023-87D2-245C28333D9B}" type="datetimeFigureOut">
              <a:rPr lang="de-CH" smtClean="0"/>
              <a:t>20.02.2026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3AF9E3-0DED-F481-FCDD-9C949B944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EEDBB1-29C6-F0C6-CE15-269E3FC5F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6A5C5-9891-45D8-892B-A973BE91424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34174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F6DADF-2EDA-83D2-DE8A-BC69EC709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F709BE-7344-7E79-34B0-A2D51F2AC8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C379BA1-A058-F92B-D402-2393C6FBB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F20EA6-EC1E-276B-10DC-5224552F0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A09B-904B-4023-87D2-245C28333D9B}" type="datetimeFigureOut">
              <a:rPr lang="de-CH" smtClean="0"/>
              <a:t>20.02.2026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166A75F-2D01-744A-71A7-0373BB40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A7E628-A96D-46DB-290D-804705ABD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6A5C5-9891-45D8-892B-A973BE91424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13398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132B01-07C0-956A-242D-D551A36F0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C7182F-79C5-0717-5C5D-21998BA67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31225FA-0232-C847-A75C-7F99A3DA0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5103AA7-3248-DDE1-649A-4835CA921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85E03F9-9B36-E5B3-F507-AD7D3A635E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814A44A-A1E2-6689-E10C-FB227BE66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A09B-904B-4023-87D2-245C28333D9B}" type="datetimeFigureOut">
              <a:rPr lang="de-CH" smtClean="0"/>
              <a:t>20.02.2026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375A0FC-2016-AB4A-5754-6762A3FED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CFD4F9-8C21-3EBE-2383-942FB2C33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6A5C5-9891-45D8-892B-A973BE91424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37903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6A9FEC-E665-C708-9D41-4A6A5238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D349FF2-5F09-801D-247E-AA28D0086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A09B-904B-4023-87D2-245C28333D9B}" type="datetimeFigureOut">
              <a:rPr lang="de-CH" smtClean="0"/>
              <a:t>20.02.2026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26D450D-A44F-3518-9E5B-571160762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CEBB44-D395-A9E9-BAAA-67C0FBD38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6A5C5-9891-45D8-892B-A973BE91424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29119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C244D79-ED1E-ED08-729B-9916BAF1D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A09B-904B-4023-87D2-245C28333D9B}" type="datetimeFigureOut">
              <a:rPr lang="de-CH" smtClean="0"/>
              <a:t>20.02.2026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A083E5C-D616-C9B5-AD47-A4EEDAF5A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C1571F6-7A4E-72C4-B779-EF1839205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6A5C5-9891-45D8-892B-A973BE91424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02296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930ED2-BE38-5D92-0807-CA8E6CD54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60185C-07A0-8589-01FC-AB80822E5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B905341-39AA-F2C0-95A3-5EC410EF2B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2475C3C-6975-D3A6-5827-9B635D7EF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A09B-904B-4023-87D2-245C28333D9B}" type="datetimeFigureOut">
              <a:rPr lang="de-CH" smtClean="0"/>
              <a:t>20.02.2026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BA9854D-BCD6-D5F3-26CC-03F5BD886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5D1EC09-D8CB-68E9-B62D-E871FCBBB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6A5C5-9891-45D8-892B-A973BE91424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25060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2543AE-3984-D26C-A18D-542FC623D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34ACADA-2ABF-ECFD-FD62-AC9E1A8DE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5D4AE65-8D72-733F-7B69-CAF3CB85E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266E167-C250-0FAC-4D3B-C62DC088A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A09B-904B-4023-87D2-245C28333D9B}" type="datetimeFigureOut">
              <a:rPr lang="de-CH" smtClean="0"/>
              <a:t>20.02.2026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0A63448-B78E-A22D-F2DA-94FB826F9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15C8B99-6596-46D4-E605-A8C3B5231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6A5C5-9891-45D8-892B-A973BE91424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61906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D38016-74A3-0BE4-E7B5-F2FFA5B18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D5D6764-B8C0-AF4E-D7B3-27B24F0713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2B0B3F-8173-ED04-DFB1-8AA7BBFA9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A09B-904B-4023-87D2-245C28333D9B}" type="datetimeFigureOut">
              <a:rPr lang="de-CH" smtClean="0"/>
              <a:t>20.02.2026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157330-54A0-6FEF-38B5-1C9AF45AA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2BABE1-562F-66A7-3A3E-FD731FB1A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6A5C5-9891-45D8-892B-A973BE91424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28959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4978AE1-2211-40B6-C7BC-E90EA65911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0F425B8-B54E-BE72-2CA1-8AFAE078C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6F0393-2EA3-1E3B-7F64-E57BC7FF9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A09B-904B-4023-87D2-245C28333D9B}" type="datetimeFigureOut">
              <a:rPr lang="de-CH" smtClean="0"/>
              <a:t>20.02.2026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EE42B8-C3B0-2E19-4479-BD356E4C7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CCD637-CD2D-ED18-2CDB-F70E6E1A8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6A5C5-9891-45D8-892B-A973BE91424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11004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EAABB0E-BF2E-11B6-4A93-FB91768B9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075DB5-BCF4-0B19-CD4E-C594226B6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0DE174-31FA-DE43-9AEB-04A9FA4CF5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5A09B-904B-4023-87D2-245C28333D9B}" type="datetimeFigureOut">
              <a:rPr lang="de-CH" smtClean="0"/>
              <a:t>20.02.2026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33DAB6-5855-BD9B-88FA-4DD4C9E4D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FB61CE-F19C-7D55-4B36-B2454ED6F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A6A5C5-9891-45D8-892B-A973BE91424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6844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403DBE-D73F-AB6F-AFF9-D9CD328D0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Bachelor Thesis Meeting</a:t>
            </a:r>
            <a:br>
              <a:rPr lang="de-DE" dirty="0"/>
            </a:br>
            <a:r>
              <a:rPr lang="de-DE" dirty="0"/>
              <a:t>20.02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7ADC2CA-0A5F-D969-4C34-14C9036F58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Tim Jordi &amp; Thomas Sutter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071416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B1ACEC-4703-ADAA-7368-E8D829E63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Recap</a:t>
            </a:r>
            <a:r>
              <a:rPr lang="de-DE" dirty="0"/>
              <a:t> letztes Meeting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CB826C-6A61-997C-A64F-63B72D652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  <p:pic>
        <p:nvPicPr>
          <p:cNvPr id="5" name="Grafik 4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id="{70834299-62E8-FFDC-7270-4497D4DC8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65" y="1440993"/>
            <a:ext cx="11241069" cy="3162741"/>
          </a:xfrm>
          <a:prstGeom prst="rect">
            <a:avLst/>
          </a:prstGeom>
        </p:spPr>
      </p:pic>
      <p:pic>
        <p:nvPicPr>
          <p:cNvPr id="7" name="Grafik 6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77A2F174-9642-823A-1E43-C09D19EA2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65" y="3672350"/>
            <a:ext cx="9002381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64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34EABF-BA24-14D4-E0C6-9E8727AD7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wurde gemacht?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F9B6A7-7D0E-A3A6-773C-42049A202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Aufsplittung der </a:t>
            </a:r>
            <a:r>
              <a:rPr lang="de-DE" dirty="0" err="1"/>
              <a:t>Responsibilities</a:t>
            </a:r>
            <a:endParaRPr lang="de-DE" dirty="0"/>
          </a:p>
          <a:p>
            <a:r>
              <a:rPr lang="de-DE" dirty="0"/>
              <a:t>JDK17 / JDK11</a:t>
            </a:r>
          </a:p>
          <a:p>
            <a:r>
              <a:rPr lang="de-DE" dirty="0"/>
              <a:t>Mehr supportete Dart/Flutter Versionen</a:t>
            </a:r>
          </a:p>
          <a:p>
            <a:r>
              <a:rPr lang="de-DE" dirty="0"/>
              <a:t>File Generating</a:t>
            </a:r>
          </a:p>
          <a:p>
            <a:r>
              <a:rPr lang="de-DE" dirty="0"/>
              <a:t>.</a:t>
            </a:r>
            <a:r>
              <a:rPr lang="de-DE" dirty="0" err="1"/>
              <a:t>apk</a:t>
            </a:r>
            <a:r>
              <a:rPr lang="de-DE" dirty="0"/>
              <a:t> Export</a:t>
            </a:r>
          </a:p>
          <a:p>
            <a:r>
              <a:rPr lang="de-DE" dirty="0"/>
              <a:t>Docker Installation verbessert (MTU)</a:t>
            </a:r>
          </a:p>
          <a:p>
            <a:r>
              <a:rPr lang="de-DE" dirty="0"/>
              <a:t>Paper gelesen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638725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3EEC5-3BE4-1CC9-6617-33BCCEDF6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Insight: Lower vs. Upper </a:t>
            </a:r>
            <a:r>
              <a:rPr lang="de-DE" dirty="0" err="1"/>
              <a:t>bound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94990D-941C-9CBB-6FD5-79EF4828C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Zuerst: </a:t>
            </a:r>
            <a:r>
              <a:rPr lang="de-DE" dirty="0" err="1"/>
              <a:t>lower</a:t>
            </a:r>
            <a:r>
              <a:rPr lang="de-DE" dirty="0"/>
              <a:t> </a:t>
            </a:r>
            <a:r>
              <a:rPr lang="de-DE" dirty="0" err="1"/>
              <a:t>bound</a:t>
            </a:r>
            <a:r>
              <a:rPr lang="de-DE" dirty="0"/>
              <a:t> der angegebenen Flutter Version</a:t>
            </a:r>
          </a:p>
          <a:p>
            <a:r>
              <a:rPr lang="de-DE" dirty="0"/>
              <a:t>Problem: Version meist zu tief für Libraries</a:t>
            </a:r>
          </a:p>
          <a:p>
            <a:r>
              <a:rPr lang="de-DE" dirty="0"/>
              <a:t>Versuch: höchste Version &lt; </a:t>
            </a:r>
            <a:r>
              <a:rPr lang="de-DE" dirty="0" err="1"/>
              <a:t>upper</a:t>
            </a:r>
            <a:r>
              <a:rPr lang="de-DE" dirty="0"/>
              <a:t> </a:t>
            </a:r>
            <a:r>
              <a:rPr lang="de-DE" dirty="0" err="1"/>
              <a:t>bound</a:t>
            </a:r>
            <a:endParaRPr lang="de-DE" dirty="0"/>
          </a:p>
          <a:p>
            <a:r>
              <a:rPr lang="de-DE" dirty="0"/>
              <a:t>Resultat: Viele Kompatibilitätsprobleme Seitens </a:t>
            </a:r>
            <a:r>
              <a:rPr lang="de-DE" dirty="0" err="1"/>
              <a:t>android</a:t>
            </a:r>
            <a:endParaRPr lang="de-DE" dirty="0"/>
          </a:p>
          <a:p>
            <a:endParaRPr lang="de-DE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697744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0D6A0A-87E1-1F6B-AA57-9C4ADE1CE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Lösung</a:t>
            </a:r>
            <a:endParaRPr lang="de-CH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35819D-27A4-DC07-7209-E5CE5A9A3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Version von Unten inkrementieren</a:t>
            </a:r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99BB5D0-58ED-92CD-AB50-5F51BF9AAA9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Brute Force Ansatz</a:t>
            </a:r>
          </a:p>
          <a:p>
            <a:r>
              <a:rPr lang="de-DE" dirty="0"/>
              <a:t>Sehr </a:t>
            </a:r>
            <a:r>
              <a:rPr lang="de-DE" dirty="0" err="1"/>
              <a:t>Rechenlastig</a:t>
            </a:r>
            <a:endParaRPr lang="de-DE" dirty="0"/>
          </a:p>
          <a:p>
            <a:r>
              <a:rPr lang="de-DE" dirty="0"/>
              <a:t>Bringt nur bei Versionsproblemen etwas</a:t>
            </a:r>
          </a:p>
          <a:p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DA9B5D2-BBAD-0992-00C6-7DE5C48E34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 err="1"/>
              <a:t>Grösste</a:t>
            </a:r>
            <a:r>
              <a:rPr lang="de-DE" dirty="0"/>
              <a:t> untere Schranke der </a:t>
            </a:r>
            <a:r>
              <a:rPr lang="de-DE" dirty="0" err="1"/>
              <a:t>Deps</a:t>
            </a:r>
            <a:endParaRPr lang="de-CH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E32A6B1-022A-C2B3-9BB8-0A1B8AB3BA4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e-DE" dirty="0"/>
              <a:t>Sehr viele Daten (aufgrund vieler </a:t>
            </a:r>
            <a:r>
              <a:rPr lang="de-DE" dirty="0" err="1"/>
              <a:t>Dependencies</a:t>
            </a:r>
            <a:r>
              <a:rPr lang="de-DE" dirty="0"/>
              <a:t> und Versionen)</a:t>
            </a:r>
          </a:p>
          <a:p>
            <a:r>
              <a:rPr lang="de-DE" dirty="0"/>
              <a:t>Keine Garantie dass </a:t>
            </a:r>
            <a:r>
              <a:rPr lang="de-DE" dirty="0" err="1"/>
              <a:t>Build</a:t>
            </a:r>
            <a:r>
              <a:rPr lang="de-DE" dirty="0"/>
              <a:t> funktioniert</a:t>
            </a:r>
          </a:p>
          <a:p>
            <a:r>
              <a:rPr lang="de-DE" dirty="0"/>
              <a:t>Bringt nur bei Versionsproblemen etwas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414448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0EB41B-B217-BAE9-001E-9AD78BD70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Statistik</a:t>
            </a:r>
            <a:endParaRPr lang="de-CH" dirty="0"/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246D6C67-C3DD-C9DF-3A18-DA9B3C28D0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015650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45387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F7E9AB-60EE-D7AE-61E4-6E8E9999C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Woran bin ich?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1FCFBE-BC87-BC79-E797-266455675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Gradle</a:t>
            </a:r>
            <a:r>
              <a:rPr lang="de-DE" dirty="0"/>
              <a:t> Errors</a:t>
            </a:r>
          </a:p>
          <a:p>
            <a:r>
              <a:rPr lang="de-DE" dirty="0"/>
              <a:t>Ground Truth Files (</a:t>
            </a:r>
            <a:r>
              <a:rPr lang="en-US" dirty="0"/>
              <a:t>.</a:t>
            </a:r>
            <a:r>
              <a:rPr lang="en-US" dirty="0" err="1"/>
              <a:t>dart_tool</a:t>
            </a:r>
            <a:r>
              <a:rPr lang="en-US" dirty="0"/>
              <a:t>/</a:t>
            </a:r>
            <a:r>
              <a:rPr lang="en-US" dirty="0" err="1"/>
              <a:t>package_config.json</a:t>
            </a:r>
            <a:r>
              <a:rPr lang="en-US" dirty="0"/>
              <a:t>)</a:t>
            </a:r>
          </a:p>
          <a:p>
            <a:r>
              <a:rPr lang="en-US" dirty="0" err="1"/>
              <a:t>Benennung</a:t>
            </a:r>
            <a:endParaRPr lang="en-US" dirty="0"/>
          </a:p>
          <a:p>
            <a:r>
              <a:rPr lang="en-US" dirty="0"/>
              <a:t>Bug Fixes</a:t>
            </a:r>
            <a:endParaRPr lang="de-DE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05847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670B6E-E218-0808-EC3A-D65820FB2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geplant?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11932F-D318-6E95-C977-4842178EE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Successful</a:t>
            </a:r>
            <a:r>
              <a:rPr lang="de-DE" dirty="0"/>
              <a:t> </a:t>
            </a:r>
            <a:r>
              <a:rPr lang="de-DE" dirty="0" err="1"/>
              <a:t>Builds</a:t>
            </a:r>
            <a:r>
              <a:rPr lang="de-DE" dirty="0"/>
              <a:t> erhöhen =&gt; Dataset </a:t>
            </a:r>
            <a:r>
              <a:rPr lang="de-DE" dirty="0" err="1"/>
              <a:t>vergrössern</a:t>
            </a:r>
            <a:endParaRPr lang="de-DE" dirty="0"/>
          </a:p>
          <a:p>
            <a:r>
              <a:rPr lang="de-DE" dirty="0"/>
              <a:t>Nächstes Framework</a:t>
            </a:r>
          </a:p>
          <a:p>
            <a:r>
              <a:rPr lang="de-DE" dirty="0"/>
              <a:t>Besseres </a:t>
            </a:r>
            <a:r>
              <a:rPr lang="de-DE" dirty="0" err="1"/>
              <a:t>prefiltering</a:t>
            </a:r>
            <a:r>
              <a:rPr lang="de-DE" dirty="0"/>
              <a:t> mit aktuellen Erkenntnissen</a:t>
            </a:r>
          </a:p>
          <a:p>
            <a:r>
              <a:rPr lang="de-DE" dirty="0"/>
              <a:t>Verbesserte </a:t>
            </a:r>
            <a:r>
              <a:rPr lang="de-DE" dirty="0" err="1"/>
              <a:t>Githubsuche</a:t>
            </a:r>
            <a:endParaRPr lang="de-DE" dirty="0"/>
          </a:p>
          <a:p>
            <a:r>
              <a:rPr lang="de-DE" dirty="0"/>
              <a:t>Stabilität und Zuverlässigkeit vom </a:t>
            </a:r>
            <a:r>
              <a:rPr lang="de-DE" dirty="0" err="1"/>
              <a:t>Builder</a:t>
            </a:r>
            <a:r>
              <a:rPr lang="de-DE" dirty="0"/>
              <a:t> verbessern</a:t>
            </a:r>
          </a:p>
        </p:txBody>
      </p:sp>
    </p:spTree>
    <p:extLst>
      <p:ext uri="{BB962C8B-B14F-4D97-AF65-F5344CB8AC3E}">
        <p14:creationId xmlns:p14="http://schemas.microsoft.com/office/powerpoint/2010/main" val="3640453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5EEF78-D3C1-1AF7-2E2E-E51D5607E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Probleme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C3DA91-F19F-2D2C-3737-31C609086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Build</a:t>
            </a:r>
            <a:r>
              <a:rPr lang="de-DE" dirty="0"/>
              <a:t> Logs anzuschauen ist sehr aufwändig und langsam =&gt; Keine Übersicht</a:t>
            </a:r>
          </a:p>
          <a:p>
            <a:r>
              <a:rPr lang="de-DE" dirty="0"/>
              <a:t>Code Qualität ist grundsätzlich schlecht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68956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Microsoft Office PowerPoint</Application>
  <PresentationFormat>Breitbild</PresentationFormat>
  <Paragraphs>42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</vt:lpstr>
      <vt:lpstr>Bachelor Thesis Meeting 20.02</vt:lpstr>
      <vt:lpstr>Recap letztes Meeting</vt:lpstr>
      <vt:lpstr>Was wurde gemacht?</vt:lpstr>
      <vt:lpstr>Insight: Lower vs. Upper bound</vt:lpstr>
      <vt:lpstr>Lösung</vt:lpstr>
      <vt:lpstr>Statistik</vt:lpstr>
      <vt:lpstr>Woran bin ich?</vt:lpstr>
      <vt:lpstr>Was ist geplant?</vt:lpstr>
      <vt:lpstr>Probleme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Jordi, Tim Frederik (STUDENTS)</dc:creator>
  <cp:lastModifiedBy>Jordi, Tim Frederik (STUDENTS)</cp:lastModifiedBy>
  <cp:revision>1</cp:revision>
  <dcterms:created xsi:type="dcterms:W3CDTF">2026-02-20T08:14:04Z</dcterms:created>
  <dcterms:modified xsi:type="dcterms:W3CDTF">2026-02-20T09:02:26Z</dcterms:modified>
</cp:coreProperties>
</file>