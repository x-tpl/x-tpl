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 err="1"/>
              <a:t>Debug</a:t>
            </a:r>
            <a:r>
              <a:rPr lang="de-CH" dirty="0"/>
              <a:t>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291-447A-A22A-A81100EFCC2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291-447A-A22A-A81100EFCC20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91-447A-A22A-A81100EFCC2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707</c:v>
                </c:pt>
                <c:pt idx="1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91-447A-A22A-A81100EFC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/>
              <a:t>Release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FF-4F77-9073-D9C4B01AF51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FF-4F77-9073-D9C4B01AF515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FF-4F77-9073-D9C4B01AF5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123</c:v>
                </c:pt>
                <c:pt idx="1">
                  <c:v>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FF-4F77-9073-D9C4B01AF5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 err="1"/>
              <a:t>Debug</a:t>
            </a:r>
            <a:r>
              <a:rPr lang="de-CH" dirty="0"/>
              <a:t>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EF-446A-A355-F494749D06D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EF-446A-A355-F494749D06DF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EF-446A-A355-F494749D06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224</c:v>
                </c:pt>
                <c:pt idx="1">
                  <c:v>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EF-446A-A355-F494749D06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A3EAA-DFFE-4907-9CA1-468A83FD54AD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7FBE2-3E61-418B-8E86-DA3913FBB4C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4091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7FBE2-3E61-418B-8E86-DA3913FBB4CF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6880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449425-8DC6-0FE5-400E-8B0562A58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B4E8A3-53FC-1270-972B-5B5FCDE1C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094C39-3F3A-722D-5BAB-7414DB61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EBFAE4-C103-C6B9-9563-1B9C1F50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A0464A-7B1D-E745-DB7E-098A928D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6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0BD03D-4483-98AE-36A3-28EAB1C5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7699E9-7C3C-524C-38EA-73B1DB6AB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633499-D21A-95B9-36EB-A7826CA4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7ABDF6-79BC-BCAE-1A5D-D24F56DF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0A00FB-1463-EA73-44D2-E737C4B4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3997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5A5C6-8AEA-BDD4-2689-24B45C2D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F03CEB-B16A-00A1-0569-F3E54AECB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BDE210-0386-181A-0C8B-60D6679B8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799E0C-5C08-792C-0044-C93B8878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DE97C2-D690-D2F1-1724-6FA155B2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2478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95CD9-C7DB-18F6-7E22-140687C3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3C8E30-B4C8-BEC5-0006-943D0876E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2DEF55-66A2-85F5-1164-8C99DC2E9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E9F261-A20D-F793-8F19-0B4D849D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EE06D1-096A-03F8-3945-070D833C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DEC1AD-9CCA-0334-218D-60CF3EC9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781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5F52D9-AE7A-436C-8A51-CEAD3D061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F21F77-B13A-6AE8-CFFD-226C6CD92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9A88E2-05AB-54C4-668C-A12E71642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49D0B6-FC82-3521-118E-231FC7BD5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EA6801-B89C-AA15-2401-D0690FC3C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9F6C059-E709-A865-1A5B-FE4610AA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341C6DD-33B7-F2CA-B7C6-D2C397CB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07249E-31D3-7823-0702-1EC85BCD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462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88020-7940-BD84-489D-C7C8A281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C0E7B1-0570-D44F-2848-20F7A125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7966E1-8131-AA9E-8EB2-75F4FB1FD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261D53-7AC4-2A7E-B3EA-82572630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292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719F21-0592-DA28-164C-3B796B4A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6955D7-CBE4-3D9F-0AFC-6A60EAC1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3409D0-AEEE-7598-191C-D53B29195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779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8B926-4143-2B7E-ECBA-B7BFD5EE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FEFD93-EEB4-3387-158E-08CDE7079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360E0-6E5E-500D-B9D0-8D0DC5E14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2575BB-75DF-2E3F-F940-9CA2625B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72A876-8D81-3CBE-1725-0D601208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F616EF-5BEE-2271-2D12-EEC554A2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4085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4AC59-732B-6C85-D01D-A3B5AA7C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A6010BC-4806-2E5A-F4B6-D8838B24E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F5919E-6B3E-FE7D-7936-8900FC1A4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81B17F-F9B8-3EC6-A193-FEE4B8C7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6DF193-4E8C-5E69-B627-889EE196F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7304EB-74F8-DA96-D10E-29311943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307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C7ACC9-62CD-13FC-5C39-BC484947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687076-41E8-7F4E-23EE-AE14D60C1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316D6A-9DB0-93C5-C0B1-6381C550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6F628D-AF92-5E85-0E97-84204FF8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C48A86-993D-31CE-50E1-966CF798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470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7B696A5-BE3B-98BD-DC56-84AC93F2A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608E33-F457-5ADC-B199-373E00FF3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F59D38-DA23-1C7E-5F5A-387D8A276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9A3BAC-56DF-5230-D448-C2269FAC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C0A4DF-0A20-4FF9-3942-81AD582A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655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D12265-74B7-7757-93D2-95C69C38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C77054-63DD-C1A1-C0F6-DFFF09AAE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B30D50-1541-9E62-FBD0-FB3845C06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FB7C1-0BF9-4DC0-9894-7FCF079D3406}" type="datetimeFigureOut">
              <a:rPr lang="de-CH" smtClean="0"/>
              <a:t>27.04.2026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EABA5B-ADE6-6865-7143-2B091B312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07EE3C-6FFF-BA6B-FA33-95DF34A51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F9405-C0A6-4F98-A379-6D9B35B1A50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67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07B1F-2C16-5B58-E8AA-E4CF85475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Bachelor Thesis Meeting 28.04.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A46B86-AD4C-A6C5-8744-0BE5DB1C65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Tim Jordi &amp; Thomas Sutter</a:t>
            </a:r>
          </a:p>
        </p:txBody>
      </p:sp>
    </p:spTree>
    <p:extLst>
      <p:ext uri="{BB962C8B-B14F-4D97-AF65-F5344CB8AC3E}">
        <p14:creationId xmlns:p14="http://schemas.microsoft.com/office/powerpoint/2010/main" val="390225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2BBE76-48DF-290B-6CC4-6F4FFC2B1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3A64C8-0B55-36A1-7262-44232E01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93" y="1690688"/>
            <a:ext cx="7428670" cy="2467655"/>
          </a:xfrm>
          <a:prstGeom prst="rect">
            <a:avLst/>
          </a:prstGeom>
        </p:spPr>
      </p:pic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452AC48E-BBDE-B637-1AA5-CA2C82BB1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37720" y="3709900"/>
            <a:ext cx="3569023" cy="291482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661D26E-0B58-E09B-D5EF-B3B17E749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860" y="4106957"/>
            <a:ext cx="4272421" cy="212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0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2266E-9075-44BC-1E1E-7ED86360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wurde gemacht?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067E6E-11B5-8070-F4C8-7768B97B3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Various</a:t>
            </a:r>
            <a:r>
              <a:rPr lang="de-CH" dirty="0"/>
              <a:t> RN fixes (</a:t>
            </a:r>
            <a:r>
              <a:rPr lang="de-CH" dirty="0" err="1"/>
              <a:t>debug</a:t>
            </a:r>
            <a:r>
              <a:rPr lang="de-CH" dirty="0"/>
              <a:t> &amp; r8)</a:t>
            </a:r>
          </a:p>
          <a:p>
            <a:r>
              <a:rPr lang="de-CH" dirty="0"/>
              <a:t>Kritischer Docker </a:t>
            </a:r>
            <a:r>
              <a:rPr lang="de-CH" dirty="0" err="1"/>
              <a:t>Logikfeher</a:t>
            </a:r>
            <a:r>
              <a:rPr lang="de-CH" dirty="0"/>
              <a:t> behoben</a:t>
            </a:r>
          </a:p>
          <a:p>
            <a:r>
              <a:rPr lang="de-CH" dirty="0"/>
              <a:t>R8/</a:t>
            </a:r>
            <a:r>
              <a:rPr lang="de-CH" dirty="0" err="1"/>
              <a:t>split</a:t>
            </a:r>
            <a:r>
              <a:rPr lang="de-CH" dirty="0"/>
              <a:t> per </a:t>
            </a:r>
            <a:r>
              <a:rPr lang="de-CH" dirty="0" err="1"/>
              <a:t>abi</a:t>
            </a:r>
            <a:r>
              <a:rPr lang="de-CH" dirty="0"/>
              <a:t> für </a:t>
            </a:r>
            <a:r>
              <a:rPr lang="de-CH" dirty="0" err="1"/>
              <a:t>cordova</a:t>
            </a:r>
            <a:endParaRPr lang="de-CH" dirty="0"/>
          </a:p>
          <a:p>
            <a:r>
              <a:rPr lang="de-CH" dirty="0"/>
              <a:t>Crawlers für </a:t>
            </a:r>
            <a:r>
              <a:rPr lang="de-CH" dirty="0" err="1"/>
              <a:t>target</a:t>
            </a:r>
            <a:r>
              <a:rPr lang="de-CH" dirty="0"/>
              <a:t> </a:t>
            </a:r>
            <a:r>
              <a:rPr lang="de-CH" dirty="0" err="1"/>
              <a:t>value</a:t>
            </a:r>
            <a:r>
              <a:rPr lang="de-CH" dirty="0"/>
              <a:t> angepasst</a:t>
            </a:r>
          </a:p>
          <a:p>
            <a:r>
              <a:rPr lang="de-CH" dirty="0"/>
              <a:t>Docker </a:t>
            </a:r>
            <a:r>
              <a:rPr lang="de-CH" dirty="0" err="1"/>
              <a:t>image</a:t>
            </a:r>
            <a:r>
              <a:rPr lang="de-CH" dirty="0"/>
              <a:t> </a:t>
            </a:r>
            <a:r>
              <a:rPr lang="de-CH" dirty="0" err="1"/>
              <a:t>cleanups</a:t>
            </a:r>
            <a:endParaRPr lang="de-CH" dirty="0"/>
          </a:p>
          <a:p>
            <a:r>
              <a:rPr lang="de-CH" dirty="0" err="1"/>
              <a:t>Tpl</a:t>
            </a:r>
            <a:r>
              <a:rPr lang="de-CH" dirty="0"/>
              <a:t>/</a:t>
            </a:r>
            <a:r>
              <a:rPr lang="de-CH" dirty="0" err="1"/>
              <a:t>metadata</a:t>
            </a:r>
            <a:r>
              <a:rPr lang="de-CH" dirty="0"/>
              <a:t> </a:t>
            </a:r>
            <a:r>
              <a:rPr lang="de-CH" dirty="0" err="1"/>
              <a:t>analyzer</a:t>
            </a:r>
            <a:r>
              <a:rPr lang="de-CH" dirty="0"/>
              <a:t> </a:t>
            </a:r>
          </a:p>
          <a:p>
            <a:r>
              <a:rPr lang="de-CH" dirty="0"/>
              <a:t>Kompletter </a:t>
            </a:r>
            <a:r>
              <a:rPr lang="de-CH" dirty="0" err="1"/>
              <a:t>dotnet</a:t>
            </a:r>
            <a:r>
              <a:rPr lang="de-CH" dirty="0"/>
              <a:t> </a:t>
            </a:r>
            <a:r>
              <a:rPr lang="de-CH" dirty="0" err="1"/>
              <a:t>maui</a:t>
            </a:r>
            <a:r>
              <a:rPr lang="de-CH" dirty="0"/>
              <a:t> </a:t>
            </a:r>
            <a:r>
              <a:rPr lang="de-CH" dirty="0" err="1"/>
              <a:t>workflow</a:t>
            </a:r>
            <a:r>
              <a:rPr lang="de-CH" dirty="0"/>
              <a:t> (nächste </a:t>
            </a:r>
            <a:r>
              <a:rPr lang="de-CH" dirty="0" err="1"/>
              <a:t>slide</a:t>
            </a:r>
            <a:r>
              <a:rPr lang="de-CH" dirty="0"/>
              <a:t>)</a:t>
            </a:r>
          </a:p>
          <a:p>
            <a:r>
              <a:rPr lang="de-CH" dirty="0"/>
              <a:t>Erste </a:t>
            </a:r>
            <a:r>
              <a:rPr lang="de-CH" dirty="0" err="1"/>
              <a:t>assets</a:t>
            </a:r>
            <a:r>
              <a:rPr lang="de-CH" dirty="0"/>
              <a:t> für </a:t>
            </a:r>
            <a:r>
              <a:rPr lang="de-CH" dirty="0" err="1"/>
              <a:t>unity</a:t>
            </a:r>
            <a:r>
              <a:rPr lang="de-CH" dirty="0"/>
              <a:t> kreiert</a:t>
            </a:r>
          </a:p>
        </p:txBody>
      </p:sp>
    </p:spTree>
    <p:extLst>
      <p:ext uri="{BB962C8B-B14F-4D97-AF65-F5344CB8AC3E}">
        <p14:creationId xmlns:p14="http://schemas.microsoft.com/office/powerpoint/2010/main" val="216465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8AE35D-4F37-3A0E-C69B-223087FA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.NET Maui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10ECB1-5416-F574-EED2-26B64A805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Schnelle &amp; zuverlässige </a:t>
            </a:r>
            <a:r>
              <a:rPr lang="de-CH" dirty="0" err="1"/>
              <a:t>Builds</a:t>
            </a:r>
            <a:endParaRPr lang="de-CH" dirty="0"/>
          </a:p>
          <a:p>
            <a:r>
              <a:rPr lang="de-CH" dirty="0"/>
              <a:t>Noch einige Probleme bei Release </a:t>
            </a:r>
            <a:r>
              <a:rPr lang="de-CH" dirty="0" err="1"/>
              <a:t>Builds</a:t>
            </a:r>
            <a:endParaRPr lang="de-CH" dirty="0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520ED565-6F9F-A230-D8A5-11AF41F91F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3282169"/>
              </p:ext>
            </p:extLst>
          </p:nvPr>
        </p:nvGraphicFramePr>
        <p:xfrm>
          <a:off x="1139952" y="3246914"/>
          <a:ext cx="4136136" cy="2861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1937DAF4-202B-EE31-E843-15FA0F0FA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6994622"/>
              </p:ext>
            </p:extLst>
          </p:nvPr>
        </p:nvGraphicFramePr>
        <p:xfrm>
          <a:off x="5276088" y="3350071"/>
          <a:ext cx="4136136" cy="2861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77878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E94892-920F-2234-E2BC-9E73C350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Flutter Analytics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FE351C-6928-2176-9DC3-6DED4FB2F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7DE70A3-8E70-676C-8B50-87475560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53" y="1690689"/>
            <a:ext cx="4975139" cy="51673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0BF9390-CC6F-F156-2D7C-8E5E64AF1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92" y="1690688"/>
            <a:ext cx="5196793" cy="99457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B3D515A-4505-B002-C8C7-04A7EB767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492" y="2685258"/>
            <a:ext cx="5829343" cy="403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3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2168C-6659-7264-F88A-820310A7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EF2B05-2DF6-7E58-283B-619B39854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Release </a:t>
            </a:r>
            <a:r>
              <a:rPr lang="de-CH" dirty="0" err="1"/>
              <a:t>Builds</a:t>
            </a:r>
            <a:r>
              <a:rPr lang="de-CH" dirty="0"/>
              <a:t> funktionieren in etwa 2/3 der Fälle</a:t>
            </a:r>
          </a:p>
          <a:p>
            <a:r>
              <a:rPr lang="de-CH" dirty="0"/>
              <a:t>Split per ABI funktioniert</a:t>
            </a:r>
          </a:p>
        </p:txBody>
      </p:sp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9B294B5A-4634-20E3-66FF-377A34AC0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9004345"/>
              </p:ext>
            </p:extLst>
          </p:nvPr>
        </p:nvGraphicFramePr>
        <p:xfrm>
          <a:off x="838200" y="3450622"/>
          <a:ext cx="4136136" cy="2861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899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570F9-74F8-AB7F-1317-F044A2364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Unity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C8A815-3103-45DE-C076-B17B78C7D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Pipeline etwas anders (</a:t>
            </a:r>
            <a:r>
              <a:rPr lang="de-CH" dirty="0" err="1"/>
              <a:t>Build</a:t>
            </a:r>
            <a:r>
              <a:rPr lang="de-CH" dirty="0"/>
              <a:t> </a:t>
            </a:r>
            <a:r>
              <a:rPr lang="de-CH" dirty="0" err="1"/>
              <a:t>script</a:t>
            </a:r>
            <a:r>
              <a:rPr lang="de-CH" dirty="0"/>
              <a:t> </a:t>
            </a:r>
            <a:r>
              <a:rPr lang="de-CH" dirty="0" err="1"/>
              <a:t>injection</a:t>
            </a:r>
            <a:r>
              <a:rPr lang="de-CH" dirty="0"/>
              <a:t>)</a:t>
            </a:r>
          </a:p>
          <a:p>
            <a:r>
              <a:rPr lang="de-CH" dirty="0"/>
              <a:t>Benötigt spezielle Lizenz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9281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C13E69-B130-8ED9-40EB-FB1EA0807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Woran bin ich?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957293-9184-CEDB-23DC-259FAF10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Unity </a:t>
            </a:r>
            <a:r>
              <a:rPr lang="de-CH" dirty="0" err="1"/>
              <a:t>workflow</a:t>
            </a:r>
            <a:r>
              <a:rPr lang="de-CH" dirty="0"/>
              <a:t> testen</a:t>
            </a:r>
          </a:p>
          <a:p>
            <a:r>
              <a:rPr lang="de-CH" dirty="0"/>
              <a:t>MAUI Release </a:t>
            </a:r>
            <a:r>
              <a:rPr lang="de-CH" dirty="0" err="1"/>
              <a:t>Builds</a:t>
            </a:r>
            <a:r>
              <a:rPr lang="de-CH" dirty="0"/>
              <a:t> (besonders </a:t>
            </a:r>
            <a:r>
              <a:rPr lang="de-CH" dirty="0" err="1"/>
              <a:t>split</a:t>
            </a:r>
            <a:r>
              <a:rPr lang="de-CH" dirty="0"/>
              <a:t> per </a:t>
            </a:r>
            <a:r>
              <a:rPr lang="de-CH" dirty="0" err="1"/>
              <a:t>abi</a:t>
            </a:r>
            <a:r>
              <a:rPr lang="de-CH" dirty="0"/>
              <a:t>)</a:t>
            </a:r>
          </a:p>
          <a:p>
            <a:r>
              <a:rPr lang="de-CH" dirty="0"/>
              <a:t>RN Release </a:t>
            </a:r>
            <a:r>
              <a:rPr lang="de-CH" dirty="0" err="1"/>
              <a:t>Builds</a:t>
            </a:r>
            <a:endParaRPr lang="de-CH" dirty="0"/>
          </a:p>
          <a:p>
            <a:r>
              <a:rPr lang="de-CH" dirty="0"/>
              <a:t>Cordova Release </a:t>
            </a:r>
            <a:r>
              <a:rPr lang="de-CH" dirty="0" err="1"/>
              <a:t>Builds</a:t>
            </a:r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9874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E3539-5BFE-F421-8AA6-85D5BA2A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geplant?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A2D585-C45C-DE73-6B91-2D8E5F024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Abschliessende Fixes</a:t>
            </a:r>
          </a:p>
          <a:p>
            <a:r>
              <a:rPr lang="de-CH" dirty="0"/>
              <a:t>Analyse der TPLs</a:t>
            </a:r>
          </a:p>
          <a:p>
            <a:r>
              <a:rPr lang="de-CH"/>
              <a:t>Arbeit schreiben</a:t>
            </a:r>
          </a:p>
        </p:txBody>
      </p:sp>
    </p:spTree>
    <p:extLst>
      <p:ext uri="{BB962C8B-B14F-4D97-AF65-F5344CB8AC3E}">
        <p14:creationId xmlns:p14="http://schemas.microsoft.com/office/powerpoint/2010/main" val="374895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Breitbild</PresentationFormat>
  <Paragraphs>38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Bachelor Thesis Meeting 28.04.</vt:lpstr>
      <vt:lpstr>Recap</vt:lpstr>
      <vt:lpstr>Was wurde gemacht?</vt:lpstr>
      <vt:lpstr>.NET Maui</vt:lpstr>
      <vt:lpstr>Flutter Analytics</vt:lpstr>
      <vt:lpstr>RN</vt:lpstr>
      <vt:lpstr>Unity</vt:lpstr>
      <vt:lpstr>Woran bin ich?</vt:lpstr>
      <vt:lpstr>Was ist geplant?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Jordi, Tim Frederik (STUDENTS)</dc:creator>
  <cp:lastModifiedBy>Jordi, Tim Frederik (STUDENTS)</cp:lastModifiedBy>
  <cp:revision>1</cp:revision>
  <dcterms:created xsi:type="dcterms:W3CDTF">2026-04-27T20:34:46Z</dcterms:created>
  <dcterms:modified xsi:type="dcterms:W3CDTF">2026-04-27T21:35:33Z</dcterms:modified>
</cp:coreProperties>
</file>