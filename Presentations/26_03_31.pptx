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Neue Builds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C0-44B0-ACCC-FA10BA72A37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C0-44B0-ACCC-FA10BA72A379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BC0-44B0-ACCC-FA10BA72A3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165</c:v>
                </c:pt>
                <c:pt idx="1">
                  <c:v>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C0-44B0-ACCC-FA10BA72A3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/>
              <a:t>Alte </a:t>
            </a:r>
            <a:r>
              <a:rPr lang="de-CH" dirty="0" err="1"/>
              <a:t>Builds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B0-48BE-978A-963CD9819C0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B0-48BE-978A-963CD9819C02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B0-48BE-978A-963CD9819C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80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B0-48BE-978A-963CD9819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Builds</a:t>
            </a:r>
            <a:r>
              <a:rPr lang="de-CH" dirty="0"/>
              <a:t> </a:t>
            </a:r>
            <a:r>
              <a:rPr lang="de-CH" dirty="0" err="1"/>
              <a:t>typescript</a:t>
            </a:r>
            <a:endParaRPr lang="de-CH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F6-4B57-AB5B-A7EBC38438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F6-4B57-AB5B-A7EBC3843868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F6-4B57-AB5B-A7EBC38438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348</c:v>
                </c:pt>
                <c:pt idx="1">
                  <c:v>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0F6-4B57-AB5B-A7EBC3843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CH" dirty="0" err="1"/>
              <a:t>Builds</a:t>
            </a:r>
            <a:r>
              <a:rPr lang="de-CH" dirty="0"/>
              <a:t> Flutter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CH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C5-44F4-9B1F-427CB9E7C5A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C5-44F4-9B1F-427CB9E7C5A2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C5-44F4-9B1F-427CB9E7C5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470</c:v>
                </c:pt>
                <c:pt idx="1">
                  <c:v>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C5-44F4-9B1F-427CB9E7C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95D93-4222-423A-9ADA-B99DEC053F74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B83CA-DA59-4BB7-8D41-BDB4870CD0F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372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Obfuscation</a:t>
            </a:r>
            <a:r>
              <a:rPr lang="de-CH" dirty="0"/>
              <a:t> für React native, eventuell R8 sinnlos?</a:t>
            </a:r>
          </a:p>
          <a:p>
            <a:endParaRPr lang="de-CH" dirty="0"/>
          </a:p>
          <a:p>
            <a:r>
              <a:rPr lang="de-CH" dirty="0" err="1"/>
              <a:t>Typescript</a:t>
            </a:r>
            <a:r>
              <a:rPr lang="de-CH" dirty="0"/>
              <a:t>/</a:t>
            </a:r>
            <a:r>
              <a:rPr lang="de-CH" dirty="0" err="1"/>
              <a:t>Javascript</a:t>
            </a:r>
            <a:r>
              <a:rPr lang="de-CH" dirty="0"/>
              <a:t> separat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B83CA-DA59-4BB7-8D41-BDB4870CD0FD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957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67523-4DEC-FCC4-0761-E6070EEA9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513E912-CA03-F420-FC6C-89291081C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85AD46-4565-5BF7-AB41-0D2146BB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C8FBC7-514B-C293-9E31-8D0CE156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9FAD8E-BE48-32D3-E57C-11DFC316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449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DB9368-2520-5470-10AF-FD6C7C48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F6E03-6BB4-6AFC-DD02-6E4E89EE7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2F405C-FE94-5EE5-7055-17312239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AF0E8-029C-64BB-4D1D-259000DE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3A92D0-5E6F-776B-F339-022086A9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9051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D8FB7-4E96-E883-1F17-F49699DD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64A39E-4FFB-F111-8EAB-D6D0CAC4C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5C92E1-0ABE-C616-479A-D8BE39FAF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CD80B5-4553-F8B6-054D-ED5F8DD1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C42CDB-E395-3F03-584C-B4E9356C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9181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3C50AB-ABDF-5A46-4A04-15148DF6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E12F5E-1EB3-CC80-AD81-C283ABD29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DDBF3A-5D68-4C47-29EE-FA0AC2730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D5F5F4-8E5F-018C-CE57-AEA311174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7C4C61-DFE4-B7D3-15EC-4F83CD2D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B0FAB7-3977-7CF6-FF0F-1088F3F3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5723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C7DC7-757B-87E8-79C9-4C14EB88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F891DB-1360-4F35-5E6A-569B7EE50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8A61A3-4D5E-BC45-5AF9-E715B8F8E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229045-3B6A-E940-1612-AD58220C3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BDCCB0-5025-C641-6E60-6B769D5B3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E134D02-A4C7-F259-9CAD-28B069B9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326BFE6-56FD-EB6D-83CF-A1477508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E7F9D98-2FA6-7944-4C4E-72292D661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8947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FD77B5-1452-D999-ECAE-40FBEB7D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F99851-A235-89FC-74B9-8406C514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70CB8A-7DA2-6E8C-AC0B-AB5243A2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7017D8-2435-A464-6881-61C75573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547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092D5F-3F51-5202-C2DB-E4D21D9D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DE58C2-B948-30E7-FF5B-250C104F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A3DAD3-D62A-61A2-D018-EC53D77A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3106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B8F05-24A8-B57A-C0C7-D95CD83E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82C7B-93B3-644C-C171-1A7DC05BE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CB2390-8D3E-E8A3-1D7C-4CCA24528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3A9B4C-7444-E87B-6912-F07B4E9D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68E50D-CFA5-7F01-54A4-804A1C11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DE3C7A-E59D-1890-7637-2FB45FFC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267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18E5B-F203-C546-5CCD-B6FD45CBB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BEF35F4-8638-B0D4-F70F-E3DAF7227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E153E2-4A5B-65D7-DBC5-BE019396F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484BBB-1BFE-C5BB-A927-782193FD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2C2A47-502B-48AD-0657-9517812E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D15810-57E0-E5CF-64DE-B1668EC1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479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25397-5192-9F81-4FBF-3D2000A7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B8842DF-C981-E0E9-E0A9-385A21C92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4DA305-72D7-90AE-CBF2-302B3EA0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72C61E-85C7-A056-5A2B-39F154DD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AF4F7-6948-A0B5-39C2-4D2AD955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4091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29B373-651B-470C-CCC5-605B273E7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415BDF-AABE-552F-36EB-09817724D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BB461B-DF32-D71D-5992-A5393271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0640F8-109F-5F80-EFED-79F6946C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10CC0-EB86-EFC9-BCC5-994ABFBC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688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862B20-2D5C-BC8F-BDE3-07BD82A91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C3641C-993F-1E25-6FDA-E7230D605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20951D-1E50-49F3-2CB0-E15B3445D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6A645-F0A9-49AA-B979-1DD1AB6B0CA6}" type="datetimeFigureOut">
              <a:rPr lang="de-CH" smtClean="0"/>
              <a:t>31.03.2026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DEA8B8-F385-5FBC-84F4-8FABB5DAD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9AB3B7-3AE4-D759-FC61-2FEA1F443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FCB28-5057-4360-9912-C3BD5EF5693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076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33E8B2-A30F-0162-B347-CC8136D55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Meeting 31.03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CBC57-999E-6D26-11E3-76C547CE3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1557238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FA9D2D-42EA-5274-2147-AEDDE3BF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CEB04D5-C471-900C-7E70-447C0385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344579"/>
            <a:ext cx="4420217" cy="3210373"/>
          </a:xfrm>
          <a:prstGeom prst="rect">
            <a:avLst/>
          </a:prstGeo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C8BDDB4E-7ED8-D227-488E-7D0CDF80DA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40503" y="2139499"/>
            <a:ext cx="824027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5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227D9-A309-38A1-90A2-BC401CB3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7854C8-17FA-6E52-56AE-F08B331E7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Apache Cordova fixes (ca. 1000)</a:t>
            </a:r>
          </a:p>
          <a:p>
            <a:r>
              <a:rPr lang="de-CH" dirty="0"/>
              <a:t>Rekursiver Crawler für Cordova</a:t>
            </a:r>
          </a:p>
          <a:p>
            <a:r>
              <a:rPr lang="de-CH" dirty="0"/>
              <a:t>Erste </a:t>
            </a:r>
            <a:r>
              <a:rPr lang="de-CH" dirty="0" err="1"/>
              <a:t>Refactorings</a:t>
            </a:r>
            <a:endParaRPr lang="de-CH" dirty="0"/>
          </a:p>
          <a:p>
            <a:r>
              <a:rPr lang="de-CH" dirty="0"/>
              <a:t>Nur ein </a:t>
            </a:r>
            <a:r>
              <a:rPr lang="de-CH" dirty="0" err="1"/>
              <a:t>Build</a:t>
            </a:r>
            <a:r>
              <a:rPr lang="de-CH" dirty="0"/>
              <a:t> Entry pro Repo</a:t>
            </a:r>
          </a:p>
          <a:p>
            <a:r>
              <a:rPr lang="de-CH" dirty="0"/>
              <a:t>RN: Split per ABI + R8 (noch in </a:t>
            </a:r>
            <a:r>
              <a:rPr lang="de-CH" dirty="0" err="1"/>
              <a:t>testphase</a:t>
            </a:r>
            <a:r>
              <a:rPr lang="de-CH" dirty="0"/>
              <a:t>)</a:t>
            </a:r>
          </a:p>
          <a:p>
            <a:r>
              <a:rPr lang="de-CH" dirty="0"/>
              <a:t>RN: Ground Truth </a:t>
            </a:r>
            <a:r>
              <a:rPr lang="de-CH" dirty="0" err="1"/>
              <a:t>files</a:t>
            </a:r>
            <a:endParaRPr lang="de-CH" dirty="0"/>
          </a:p>
          <a:p>
            <a:r>
              <a:rPr lang="de-CH" dirty="0"/>
              <a:t>Cordova: Ground Truth </a:t>
            </a:r>
            <a:r>
              <a:rPr lang="de-CH" dirty="0" err="1"/>
              <a:t>files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893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7EB47-41CB-5897-E922-F9F3E4019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Apache Cordova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11301C-755A-35E3-5ADD-A5AB8ECA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Legacy Framework</a:t>
            </a:r>
          </a:p>
          <a:p>
            <a:r>
              <a:rPr lang="de-CH" dirty="0"/>
              <a:t>Wenige Repos (2.7k mit Suche «</a:t>
            </a:r>
            <a:r>
              <a:rPr lang="de-CH" dirty="0" err="1"/>
              <a:t>topic:cordova</a:t>
            </a:r>
            <a:r>
              <a:rPr lang="de-CH" dirty="0"/>
              <a:t>»)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8E1A852D-A1AC-5A76-2DFE-8D116E0B1A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9347"/>
              </p:ext>
            </p:extLst>
          </p:nvPr>
        </p:nvGraphicFramePr>
        <p:xfrm>
          <a:off x="5157216" y="3776472"/>
          <a:ext cx="5880898" cy="2400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Inhaltsplatzhalter 5">
            <a:extLst>
              <a:ext uri="{FF2B5EF4-FFF2-40B4-BE49-F238E27FC236}">
                <a16:creationId xmlns:a16="http://schemas.microsoft.com/office/drawing/2014/main" id="{AE2666FD-7D22-CD87-80A7-B4E2E1DCA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782743"/>
              </p:ext>
            </p:extLst>
          </p:nvPr>
        </p:nvGraphicFramePr>
        <p:xfrm>
          <a:off x="838200" y="3776472"/>
          <a:ext cx="5880898" cy="2400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3256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E9C13-C2C7-B3F1-F0BF-88C506F2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RN: aktueller Stand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CDB83E-9983-BE86-48E6-B7E81104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Split per ABI funktioniert (fast immer)</a:t>
            </a:r>
          </a:p>
          <a:p>
            <a:r>
              <a:rPr lang="de-CH" dirty="0"/>
              <a:t>Ground Truth vorhanden (</a:t>
            </a:r>
            <a:r>
              <a:rPr lang="de-CH" dirty="0" err="1"/>
              <a:t>package.json</a:t>
            </a:r>
            <a:r>
              <a:rPr lang="de-CH" dirty="0"/>
              <a:t>/</a:t>
            </a:r>
            <a:r>
              <a:rPr lang="de-CH" dirty="0" err="1"/>
              <a:t>package-lock.json</a:t>
            </a:r>
            <a:r>
              <a:rPr lang="de-CH" dirty="0"/>
              <a:t>)</a:t>
            </a:r>
          </a:p>
          <a:p>
            <a:r>
              <a:rPr lang="de-CH" dirty="0"/>
              <a:t>R8 funktioniert nur selten</a:t>
            </a:r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18C8082B-6E09-2A49-C329-F5E944E69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512694"/>
              </p:ext>
            </p:extLst>
          </p:nvPr>
        </p:nvGraphicFramePr>
        <p:xfrm>
          <a:off x="838200" y="3776472"/>
          <a:ext cx="5880898" cy="2400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5195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979DA-934D-1869-B231-F05700D5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Flutter: aktueller Stand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8DB677-CEEF-6B65-53A6-C0AB45AB1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Split per ABI funktioniert</a:t>
            </a:r>
          </a:p>
          <a:p>
            <a:r>
              <a:rPr lang="de-CH" dirty="0" err="1"/>
              <a:t>Obfuscation</a:t>
            </a:r>
            <a:r>
              <a:rPr lang="de-CH" dirty="0"/>
              <a:t> + r8 funktioniert meistens</a:t>
            </a:r>
          </a:p>
          <a:p>
            <a:r>
              <a:rPr lang="de-CH" dirty="0"/>
              <a:t>Ground Truth vorhanden</a:t>
            </a:r>
          </a:p>
          <a:p>
            <a:endParaRPr lang="de-CH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EB738FD2-C183-130A-C3F3-5E97AD9041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801529"/>
              </p:ext>
            </p:extLst>
          </p:nvPr>
        </p:nvGraphicFramePr>
        <p:xfrm>
          <a:off x="1176528" y="3639312"/>
          <a:ext cx="5880898" cy="2400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119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D4E72-1239-6C1A-035E-EB99A9CB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A95F47-A685-4034-6115-9146CC0BB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Cordova: R8 + Split per ABI</a:t>
            </a:r>
          </a:p>
          <a:p>
            <a:r>
              <a:rPr lang="de-CH" dirty="0"/>
              <a:t>RN/Flutter: Erneutes analysieren der Logs (R8/ABI </a:t>
            </a:r>
            <a:r>
              <a:rPr lang="de-CH" dirty="0" err="1"/>
              <a:t>split</a:t>
            </a:r>
            <a:r>
              <a:rPr lang="de-CH" dirty="0"/>
              <a:t>)</a:t>
            </a:r>
          </a:p>
          <a:p>
            <a:r>
              <a:rPr lang="de-CH" dirty="0"/>
              <a:t>RN: </a:t>
            </a:r>
            <a:r>
              <a:rPr lang="de-CH" dirty="0" err="1"/>
              <a:t>Javascript</a:t>
            </a:r>
            <a:r>
              <a:rPr lang="de-CH" dirty="0"/>
              <a:t>/</a:t>
            </a:r>
            <a:r>
              <a:rPr lang="de-CH" dirty="0" err="1"/>
              <a:t>typescript</a:t>
            </a:r>
            <a:r>
              <a:rPr lang="de-CH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488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BF56F-EA71-FBD4-6796-4837A01B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7C9E71-799A-E0FD-DC3D-D1A761F04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.Net MAUI (ex. Xamarin)</a:t>
            </a:r>
          </a:p>
          <a:p>
            <a:r>
              <a:rPr lang="de-CH" dirty="0" err="1"/>
              <a:t>Refactorings</a:t>
            </a:r>
            <a:r>
              <a:rPr lang="de-CH" dirty="0"/>
              <a:t> mit Regressionstests</a:t>
            </a:r>
          </a:p>
          <a:p>
            <a:r>
              <a:rPr lang="de-CH" dirty="0" err="1"/>
              <a:t>Metadata</a:t>
            </a:r>
            <a:r>
              <a:rPr lang="de-CH" dirty="0"/>
              <a:t> </a:t>
            </a:r>
            <a:r>
              <a:rPr lang="de-CH" dirty="0" err="1"/>
              <a:t>analyse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77D957C-0DD2-6BB8-6911-69D88510A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943425"/>
            <a:ext cx="5598908" cy="37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4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Breitbild</PresentationFormat>
  <Paragraphs>42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Bachelor Thesis Meeting 31.03</vt:lpstr>
      <vt:lpstr>Recap</vt:lpstr>
      <vt:lpstr>Was wurde gemacht?</vt:lpstr>
      <vt:lpstr>Apache Cordova</vt:lpstr>
      <vt:lpstr>RN: aktueller Stand</vt:lpstr>
      <vt:lpstr>Flutter: aktueller Stand</vt:lpstr>
      <vt:lpstr>Woran bin ich?</vt:lpstr>
      <vt:lpstr>Was ist geplant?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9</cp:revision>
  <dcterms:created xsi:type="dcterms:W3CDTF">2026-03-30T15:40:49Z</dcterms:created>
  <dcterms:modified xsi:type="dcterms:W3CDTF">2026-03-31T09:42:20Z</dcterms:modified>
</cp:coreProperties>
</file>