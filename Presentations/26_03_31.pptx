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Neue Builds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BC0-44B0-ACCC-FA10BA72A37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BC0-44B0-ACCC-FA10BA72A379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BC0-44B0-ACCC-FA10BA72A37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165</c:v>
                </c:pt>
                <c:pt idx="1">
                  <c:v>285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BC0-44B0-ACCC-FA10BA72A3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/>
              <a:t>Alte </a:t>
            </a:r>
            <a:r>
              <a:rPr lang="de-CH" dirty="0" err="1"/>
              <a:t>Builds</a:t>
            </a:r>
            <a:endParaRPr lang="de-CH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AB0-48BE-978A-963CD9819C0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AB0-48BE-978A-963CD9819C02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AB0-48BE-978A-963CD9819C0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80</c:v>
                </c:pt>
                <c:pt idx="1">
                  <c:v>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B0-48BE-978A-963CD9819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 err="1"/>
              <a:t>Builds</a:t>
            </a:r>
            <a:r>
              <a:rPr lang="de-CH" dirty="0"/>
              <a:t> </a:t>
            </a:r>
            <a:r>
              <a:rPr lang="de-CH" dirty="0" err="1"/>
              <a:t>typescript</a:t>
            </a:r>
            <a:endParaRPr lang="de-CH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CH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0F6-4B57-AB5B-A7EBC3843868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0F6-4B57-AB5B-A7EBC3843868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0F6-4B57-AB5B-A7EBC384386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348</c:v>
                </c:pt>
                <c:pt idx="1">
                  <c:v>576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0F6-4B57-AB5B-A7EBC38438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 dirty="0" err="1"/>
              <a:t>Builds</a:t>
            </a:r>
            <a:r>
              <a:rPr lang="de-CH" dirty="0"/>
              <a:t> Flutter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CH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C5-44F4-9B1F-427CB9E7C5A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C5-44F4-9B1F-427CB9E7C5A2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7C5-44F4-9B1F-427CB9E7C5A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470</c:v>
                </c:pt>
                <c:pt idx="1">
                  <c:v>427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7C5-44F4-9B1F-427CB9E7C5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467523-4DEC-FCC4-0761-E6070EEA9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13E912-CA03-F420-FC6C-89291081CF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D85AD46-4565-5BF7-AB41-0D2146BB0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C8FBC7-514B-C293-9E31-8D0CE156F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9FAD8E-BE48-32D3-E57C-11DFC3165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24494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B9368-2520-5470-10AF-FD6C7C481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7F6E03-6BB4-6AFC-DD02-6E4E89EE7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2F405C-FE94-5EE5-7055-173122392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3AF0E8-029C-64BB-4D1D-259000DE1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3A92D0-5E6F-776B-F339-022086A90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90519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2D8FB7-4E96-E883-1F17-F49699DD0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64A39E-4FFB-F111-8EAB-D6D0CAC4C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25C92E1-0ABE-C616-479A-D8BE39FAF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7CD80B5-4553-F8B6-054D-ED5F8DD1A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C42CDB-E395-3F03-584C-B4E9356C5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91816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3C50AB-ABDF-5A46-4A04-15148DF6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E12F5E-1EB3-CC80-AD81-C283ABD296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0DDBF3A-5D68-4C47-29EE-FA0AC2730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D5F5F4-8E5F-018C-CE57-AEA311174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7C4C61-DFE4-B7D3-15EC-4F83CD2DD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3B0FAB7-3977-7CF6-FF0F-1088F3F3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57230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4C7DC7-757B-87E8-79C9-4C14EB881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EF891DB-1360-4F35-5E6A-569B7EE50C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68A61A3-4D5E-BC45-5AF9-E715B8F8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0229045-3B6A-E940-1612-AD58220C30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2BDCCB0-5025-C641-6E60-6B769D5B39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E134D02-A4C7-F259-9CAD-28B069B98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326BFE6-56FD-EB6D-83CF-A14775086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E7F9D98-2FA6-7944-4C4E-72292D661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89474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FD77B5-1452-D999-ECAE-40FBEB7DC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3F99851-A235-89FC-74B9-8406C514F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D70CB8A-7DA2-6E8C-AC0B-AB5243A2F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27017D8-2435-A464-6881-61C75573C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54763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9092D5F-3F51-5202-C2DB-E4D21D9DD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5DE58C2-B948-30E7-FF5B-250C104F9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A3DAD3-D62A-61A2-D018-EC53D77A8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310692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4B8F05-24A8-B57A-C0C7-D95CD83E1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682C7B-93B3-644C-C171-1A7DC05BE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5CB2390-8D3E-E8A3-1D7C-4CCA245281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3A9B4C-7444-E87B-6912-F07B4E9DD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168E50D-CFA5-7F01-54A4-804A1C112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DE3C7A-E59D-1890-7637-2FB45FFCF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32678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818E5B-F203-C546-5CCD-B6FD45CBB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BEF35F4-8638-B0D4-F70F-E3DAF72276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E153E2-4A5B-65D7-DBC5-BE019396F6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F484BBB-1BFE-C5BB-A927-782193FD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2C2A47-502B-48AD-0657-9517812EF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CD15810-57E0-E5CF-64DE-B1668EC13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64798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25397-5192-9F81-4FBF-3D2000A7D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B8842DF-C981-E0E9-E0A9-385A21C92C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4DA305-72D7-90AE-CBF2-302B3EA04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72C61E-85C7-A056-5A2B-39F154DD6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CAF4F7-6948-A0B5-39C2-4D2AD955A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0917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129B373-651B-470C-CCC5-605B273E7A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A415BDF-AABE-552F-36EB-09817724D0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BB461B-DF32-D71D-5992-A53932719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0640F8-109F-5F80-EFED-79F6946C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B10CC0-EB86-EFC9-BCC5-994ABFBCC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9688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9862B20-2D5C-BC8F-BDE3-07BD82A91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C3641C-993F-1E25-6FDA-E7230D605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20951D-1E50-49F3-2CB0-E15B3445D2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96A645-F0A9-49AA-B979-1DD1AB6B0CA6}" type="datetimeFigureOut">
              <a:rPr lang="de-CH" smtClean="0"/>
              <a:t>30.03.2026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DEA8B8-F385-5FBC-84F4-8FABB5DADA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9AB3B7-3AE4-D759-FC61-2FEA1F443F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EFCB28-5057-4360-9912-C3BD5EF5693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767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33E8B2-A30F-0162-B347-CC8136D555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Bachelor Thesis Meeting 31.03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1ACBC57-999E-6D26-11E3-76C547CE34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Tim Jordi &amp; Thomas Sutter</a:t>
            </a:r>
          </a:p>
        </p:txBody>
      </p:sp>
    </p:spTree>
    <p:extLst>
      <p:ext uri="{BB962C8B-B14F-4D97-AF65-F5344CB8AC3E}">
        <p14:creationId xmlns:p14="http://schemas.microsoft.com/office/powerpoint/2010/main" val="1557238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FA9D2D-42EA-5274-2147-AEDDE3BF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CEB04D5-C471-900C-7E70-447C0385C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3344579"/>
            <a:ext cx="4420217" cy="3210373"/>
          </a:xfrm>
          <a:prstGeom prst="rect">
            <a:avLst/>
          </a:prstGeom>
        </p:spPr>
      </p:pic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C8BDDB4E-7ED8-D227-488E-7D0CDF80DA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440503" y="2139499"/>
            <a:ext cx="8240275" cy="281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253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227D9-A309-38A1-90A2-BC401CB3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wurde gemacht?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7854C8-17FA-6E52-56AE-F08B331E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Apache Cordova fixes (ca. 1000)</a:t>
            </a:r>
          </a:p>
          <a:p>
            <a:r>
              <a:rPr lang="de-CH" dirty="0"/>
              <a:t>Rekursiver Crawler für Cordova</a:t>
            </a:r>
          </a:p>
          <a:p>
            <a:r>
              <a:rPr lang="de-CH" dirty="0"/>
              <a:t>Erste </a:t>
            </a:r>
            <a:r>
              <a:rPr lang="de-CH" dirty="0" err="1"/>
              <a:t>Refactorings</a:t>
            </a:r>
            <a:endParaRPr lang="de-CH" dirty="0"/>
          </a:p>
          <a:p>
            <a:r>
              <a:rPr lang="de-CH" dirty="0"/>
              <a:t>Nur ein </a:t>
            </a:r>
            <a:r>
              <a:rPr lang="de-CH" dirty="0" err="1"/>
              <a:t>Build</a:t>
            </a:r>
            <a:r>
              <a:rPr lang="de-CH" dirty="0"/>
              <a:t> Entry pro Repo</a:t>
            </a:r>
          </a:p>
          <a:p>
            <a:r>
              <a:rPr lang="de-CH" dirty="0"/>
              <a:t>RN: Split per ABI + R8 (noch in </a:t>
            </a:r>
            <a:r>
              <a:rPr lang="de-CH" dirty="0" err="1"/>
              <a:t>testphase</a:t>
            </a:r>
            <a:r>
              <a:rPr lang="de-CH" dirty="0"/>
              <a:t>)</a:t>
            </a:r>
          </a:p>
          <a:p>
            <a:r>
              <a:rPr lang="de-CH" dirty="0"/>
              <a:t>RN: Ground Truth </a:t>
            </a:r>
            <a:r>
              <a:rPr lang="de-CH" dirty="0" err="1"/>
              <a:t>files</a:t>
            </a:r>
            <a:endParaRPr lang="de-CH" dirty="0"/>
          </a:p>
          <a:p>
            <a:r>
              <a:rPr lang="de-CH" dirty="0"/>
              <a:t>Cordova: Ground Truth </a:t>
            </a:r>
            <a:r>
              <a:rPr lang="de-CH" dirty="0" err="1"/>
              <a:t>files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8935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7EB47-41CB-5897-E922-F9F3E4019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Apache Cordova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11301C-755A-35E3-5ADD-A5AB8ECA7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Legacy Framework</a:t>
            </a:r>
          </a:p>
          <a:p>
            <a:r>
              <a:rPr lang="de-CH" dirty="0"/>
              <a:t>Wenige Repos (2.7k mit Suche «</a:t>
            </a:r>
            <a:r>
              <a:rPr lang="de-CH" dirty="0" err="1"/>
              <a:t>topic:cordova</a:t>
            </a:r>
            <a:r>
              <a:rPr lang="de-CH" dirty="0"/>
              <a:t>»)</a:t>
            </a:r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8E1A852D-A1AC-5A76-2DFE-8D116E0B1A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549347"/>
              </p:ext>
            </p:extLst>
          </p:nvPr>
        </p:nvGraphicFramePr>
        <p:xfrm>
          <a:off x="5157216" y="3776472"/>
          <a:ext cx="5880898" cy="24004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AE2666FD-7D22-CD87-80A7-B4E2E1DCA5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39782743"/>
              </p:ext>
            </p:extLst>
          </p:nvPr>
        </p:nvGraphicFramePr>
        <p:xfrm>
          <a:off x="838200" y="3776472"/>
          <a:ext cx="5880898" cy="24004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032562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E9C13-C2C7-B3F1-F0BF-88C506F27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RN: aktueller Stand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DB83E-9983-BE86-48E6-B7E81104B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Split per ABI funktioniert (fast immer)</a:t>
            </a:r>
          </a:p>
          <a:p>
            <a:r>
              <a:rPr lang="de-CH" dirty="0"/>
              <a:t>Ground Truth vorhanden (</a:t>
            </a:r>
            <a:r>
              <a:rPr lang="de-CH" dirty="0" err="1"/>
              <a:t>package.json</a:t>
            </a:r>
            <a:r>
              <a:rPr lang="de-CH" dirty="0"/>
              <a:t>/</a:t>
            </a:r>
            <a:r>
              <a:rPr lang="de-CH" dirty="0" err="1"/>
              <a:t>package-lock.json</a:t>
            </a:r>
            <a:r>
              <a:rPr lang="de-CH" dirty="0"/>
              <a:t>)</a:t>
            </a:r>
          </a:p>
          <a:p>
            <a:r>
              <a:rPr lang="de-CH" dirty="0"/>
              <a:t>R8 funktioniert nur selten</a:t>
            </a:r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18C8082B-6E09-2A49-C329-F5E944E696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9512694"/>
              </p:ext>
            </p:extLst>
          </p:nvPr>
        </p:nvGraphicFramePr>
        <p:xfrm>
          <a:off x="838200" y="3776472"/>
          <a:ext cx="5880898" cy="24004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51950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2979DA-934D-1869-B231-F05700D5A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Flutter: aktueller Stand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8DB677-CEEF-6B65-53A6-C0AB45AB11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Split per ABI funktioniert</a:t>
            </a:r>
          </a:p>
          <a:p>
            <a:r>
              <a:rPr lang="de-CH" dirty="0" err="1"/>
              <a:t>Obfuscation</a:t>
            </a:r>
            <a:r>
              <a:rPr lang="de-CH" dirty="0"/>
              <a:t> + r8 funktioniert meistens</a:t>
            </a:r>
          </a:p>
          <a:p>
            <a:r>
              <a:rPr lang="de-CH" dirty="0"/>
              <a:t>Ground Truth vorhanden</a:t>
            </a:r>
          </a:p>
          <a:p>
            <a:endParaRPr lang="de-CH" dirty="0"/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EB738FD2-C183-130A-C3F3-5E97AD9041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2801529"/>
              </p:ext>
            </p:extLst>
          </p:nvPr>
        </p:nvGraphicFramePr>
        <p:xfrm>
          <a:off x="1176528" y="3639312"/>
          <a:ext cx="5880898" cy="24004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71194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4D4E72-1239-6C1A-035E-EB99A9CB1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Woran bin ich?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95F47-A685-4034-6115-9146CC0BB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Cordova: R8 + Split per ABI</a:t>
            </a:r>
          </a:p>
          <a:p>
            <a:r>
              <a:rPr lang="de-CH" dirty="0"/>
              <a:t>RN/Flutter: Erneutes analysieren der Logs (R8/ABI </a:t>
            </a:r>
            <a:r>
              <a:rPr lang="de-CH" dirty="0" err="1"/>
              <a:t>split</a:t>
            </a:r>
            <a:r>
              <a:rPr lang="de-CH" dirty="0"/>
              <a:t>)</a:t>
            </a:r>
          </a:p>
          <a:p>
            <a:r>
              <a:rPr lang="de-CH" dirty="0"/>
              <a:t>RN: </a:t>
            </a:r>
            <a:r>
              <a:rPr lang="de-CH" dirty="0" err="1"/>
              <a:t>Javascript</a:t>
            </a:r>
            <a:r>
              <a:rPr lang="de-CH" dirty="0"/>
              <a:t>/</a:t>
            </a:r>
            <a:r>
              <a:rPr lang="de-CH" dirty="0" err="1"/>
              <a:t>typescript</a:t>
            </a:r>
            <a:r>
              <a:rPr lang="de-C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64882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6BF56F-EA71-FBD4-6796-4837A01B4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ist geplant?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7C9E71-799A-E0FD-DC3D-D1A761F041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.Net MAUI (ex. Xamarin)</a:t>
            </a:r>
          </a:p>
          <a:p>
            <a:r>
              <a:rPr lang="de-CH" dirty="0" err="1"/>
              <a:t>Refactorings</a:t>
            </a:r>
            <a:r>
              <a:rPr lang="de-CH" dirty="0"/>
              <a:t> mit Regressionstests</a:t>
            </a:r>
          </a:p>
          <a:p>
            <a:r>
              <a:rPr lang="de-CH" dirty="0" err="1"/>
              <a:t>Metadata</a:t>
            </a:r>
            <a:r>
              <a:rPr lang="de-CH" dirty="0"/>
              <a:t> </a:t>
            </a:r>
            <a:r>
              <a:rPr lang="de-CH" dirty="0" err="1"/>
              <a:t>analyse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77D957C-0DD2-6BB8-6911-69D88510A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736" y="2943425"/>
            <a:ext cx="5598908" cy="373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45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Breitbild</PresentationFormat>
  <Paragraphs>38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Bachelor Thesis Meeting 31.03</vt:lpstr>
      <vt:lpstr>Recap</vt:lpstr>
      <vt:lpstr>Was wurde gemacht?</vt:lpstr>
      <vt:lpstr>Apache Cordova</vt:lpstr>
      <vt:lpstr>RN: aktueller Stand</vt:lpstr>
      <vt:lpstr>Flutter: aktueller Stand</vt:lpstr>
      <vt:lpstr>Woran bin ich?</vt:lpstr>
      <vt:lpstr>Was ist geplant?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Jordi, Tim Frederik (STUDENTS)</dc:creator>
  <cp:lastModifiedBy>Jordi, Tim Frederik (STUDENTS)</cp:lastModifiedBy>
  <cp:revision>8</cp:revision>
  <dcterms:created xsi:type="dcterms:W3CDTF">2026-03-30T15:40:49Z</dcterms:created>
  <dcterms:modified xsi:type="dcterms:W3CDTF">2026-03-30T21:02:54Z</dcterms:modified>
</cp:coreProperties>
</file>