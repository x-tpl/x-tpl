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BA-424D-9204-53A19533F08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BA-424D-9204-53A19533F083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BA-424D-9204-53A19533F0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470</c:v>
                </c:pt>
                <c:pt idx="1">
                  <c:v>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BA-424D-9204-53A19533F0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41A-4794-AAC8-898748284AC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41A-4794-AAC8-898748284AC1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1A-4794-AAC8-898748284A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177</c:v>
                </c:pt>
                <c:pt idx="1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1A-4794-AAC8-898748284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0.02725</cdr:x>
      <cdr:y>0.15413</cdr:y>
    </cdr:from>
    <cdr:to>
      <cdr:x>0.29246</cdr:x>
      <cdr:y>0.58913</cdr:y>
    </cdr:to>
    <cdr:sp macro="" textlink="">
      <cdr:nvSpPr>
        <cdr:cNvPr id="2" name="Textfeld 1">
          <a:extLst xmlns:a="http://schemas.openxmlformats.org/drawingml/2006/main">
            <a:ext uri="{FF2B5EF4-FFF2-40B4-BE49-F238E27FC236}">
              <a16:creationId xmlns:a16="http://schemas.microsoft.com/office/drawing/2014/main" id="{0111285A-6DBD-D027-7B79-599931EA2F5A}"/>
            </a:ext>
          </a:extLst>
        </cdr:cNvPr>
        <cdr:cNvSpPr txBox="1"/>
      </cdr:nvSpPr>
      <cdr:spPr>
        <a:xfrm xmlns:a="http://schemas.openxmlformats.org/drawingml/2006/main">
          <a:off x="286512" y="670687"/>
          <a:ext cx="2788920" cy="189280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de-CH" sz="1800" kern="1200" dirty="0"/>
            <a:t>Repos: 1020</a:t>
          </a:r>
        </a:p>
        <a:p xmlns:a="http://schemas.openxmlformats.org/drawingml/2006/main">
          <a:r>
            <a:rPr lang="de-CH" sz="1800" kern="1200" dirty="0" err="1"/>
            <a:t>Downloaded</a:t>
          </a:r>
          <a:r>
            <a:rPr lang="de-CH" sz="1800" kern="1200" dirty="0"/>
            <a:t>: 901</a:t>
          </a:r>
        </a:p>
        <a:p xmlns:a="http://schemas.openxmlformats.org/drawingml/2006/main">
          <a:r>
            <a:rPr lang="de-CH" sz="1800" kern="1200" dirty="0" err="1"/>
            <a:t>Build</a:t>
          </a:r>
          <a:r>
            <a:rPr lang="de-CH" sz="1800" kern="1200" dirty="0"/>
            <a:t> </a:t>
          </a:r>
          <a:r>
            <a:rPr lang="de-CH" sz="1800" kern="1200" dirty="0" err="1"/>
            <a:t>entries</a:t>
          </a:r>
          <a:r>
            <a:rPr lang="de-CH" sz="1800" kern="1200" dirty="0"/>
            <a:t>: 897</a:t>
          </a:r>
        </a:p>
        <a:p xmlns:a="http://schemas.openxmlformats.org/drawingml/2006/main">
          <a:r>
            <a:rPr lang="de-CH" sz="1800" kern="1200" dirty="0" err="1"/>
            <a:t>Successful</a:t>
          </a:r>
          <a:r>
            <a:rPr lang="de-CH" sz="1800" kern="1200" dirty="0"/>
            <a:t> </a:t>
          </a:r>
          <a:r>
            <a:rPr lang="de-CH" sz="1800" kern="1200" dirty="0" err="1"/>
            <a:t>build</a:t>
          </a:r>
          <a:r>
            <a:rPr lang="de-CH" sz="1800" kern="1200" dirty="0"/>
            <a:t>: 470</a:t>
          </a:r>
        </a:p>
        <a:p xmlns:a="http://schemas.openxmlformats.org/drawingml/2006/main">
          <a:endParaRPr lang="de-CH" sz="18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AD2A5-4E67-4E66-BAB3-4F4D42556FC4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9A01D-D4DC-498D-B61F-C97EFCF8772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914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Tabelle mit Quantifizierung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9A01D-D4DC-498D-B61F-C97EFCF87725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57969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Doppelte Repos Quantifizieren</a:t>
            </a:r>
          </a:p>
          <a:p>
            <a:r>
              <a:rPr lang="de-CH" dirty="0"/>
              <a:t>Unterschiede in Projekten</a:t>
            </a:r>
          </a:p>
          <a:p>
            <a:r>
              <a:rPr lang="de-CH" dirty="0"/>
              <a:t>Mehrere APKs</a:t>
            </a:r>
          </a:p>
          <a:p>
            <a:r>
              <a:rPr lang="de-CH" dirty="0" err="1"/>
              <a:t>Obfuscation</a:t>
            </a:r>
            <a:r>
              <a:rPr lang="de-CH" dirty="0"/>
              <a:t> mit R8 und einmal mit Flutter </a:t>
            </a:r>
            <a:r>
              <a:rPr lang="de-CH" dirty="0" err="1"/>
              <a:t>Obfuscation</a:t>
            </a:r>
            <a:r>
              <a:rPr lang="de-CH" dirty="0"/>
              <a:t> </a:t>
            </a:r>
            <a:r>
              <a:rPr lang="de-CH" dirty="0" err="1"/>
              <a:t>Flag</a:t>
            </a:r>
            <a:endParaRPr lang="de-CH" dirty="0"/>
          </a:p>
          <a:p>
            <a:r>
              <a:rPr lang="de-CH" dirty="0"/>
              <a:t>Modularität nicht so wichtig, </a:t>
            </a:r>
            <a:r>
              <a:rPr lang="de-CH" dirty="0" err="1"/>
              <a:t>installtion</a:t>
            </a:r>
            <a:r>
              <a:rPr lang="de-CH" dirty="0"/>
              <a:t> </a:t>
            </a:r>
            <a:r>
              <a:rPr lang="de-CH" dirty="0" err="1"/>
              <a:t>mus</a:t>
            </a:r>
            <a:r>
              <a:rPr lang="de-CH" dirty="0"/>
              <a:t> einfach sein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9A01D-D4DC-498D-B61F-C97EFCF87725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2971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Mapping muss stimmen (</a:t>
            </a:r>
            <a:r>
              <a:rPr lang="de-CH" dirty="0" err="1"/>
              <a:t>ground</a:t>
            </a:r>
            <a:r>
              <a:rPr lang="de-CH" dirty="0"/>
              <a:t> </a:t>
            </a:r>
            <a:r>
              <a:rPr lang="de-CH" dirty="0" err="1"/>
              <a:t>truth</a:t>
            </a:r>
            <a:r>
              <a:rPr lang="de-CH" dirty="0"/>
              <a:t>), </a:t>
            </a:r>
            <a:r>
              <a:rPr lang="de-CH" dirty="0" err="1"/>
              <a:t>dependency</a:t>
            </a:r>
            <a:r>
              <a:rPr lang="de-CH" dirty="0"/>
              <a:t> </a:t>
            </a:r>
            <a:r>
              <a:rPr lang="de-CH" dirty="0" err="1"/>
              <a:t>resolution</a:t>
            </a:r>
            <a:r>
              <a:rPr lang="de-CH" dirty="0"/>
              <a:t> darf forciert werden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9A01D-D4DC-498D-B61F-C97EFCF87725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503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Logparsing</a:t>
            </a:r>
            <a:r>
              <a:rPr lang="de-CH" dirty="0"/>
              <a:t> machen, darf qualitativ sein (Stichproben)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9A01D-D4DC-498D-B61F-C97EFCF87725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9972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Nächstes Framework einfach einfachstes Framework (wenig anzupassen)</a:t>
            </a:r>
          </a:p>
          <a:p>
            <a:endParaRPr lang="de-CH" dirty="0"/>
          </a:p>
          <a:p>
            <a:r>
              <a:rPr lang="de-CH" dirty="0"/>
              <a:t>Präsentation in den letzten 2 Wochen vom Semester, am Donnerstag morgen. Slot wird noch bekanntgegeben</a:t>
            </a:r>
          </a:p>
          <a:p>
            <a:endParaRPr lang="de-CH" dirty="0"/>
          </a:p>
          <a:p>
            <a:r>
              <a:rPr lang="de-CH" dirty="0" err="1"/>
              <a:t>Draft</a:t>
            </a:r>
            <a:r>
              <a:rPr lang="de-CH" dirty="0"/>
              <a:t> darf einmal abgegeben werden.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9A01D-D4DC-498D-B61F-C97EFCF87725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338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9A01D-D4DC-498D-B61F-C97EFCF87725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2049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B361D-F2C2-1846-9BE3-B31A2C72A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3CE2DF-F78D-1084-976E-0D9FB0E8D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A30078-5459-4A72-164F-56E86E24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46D547-9211-E6D7-972B-5AFE182E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D34B51-A805-6F37-AC1E-BB600A25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807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DFA464-69FF-906B-FB32-DFC97D62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2D60D3-DB73-DA40-B86C-AEF9D2B45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5F3489-FB6B-AA74-857B-84563E49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B85697-1D31-03EE-4477-436047C3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1254D4-BF0E-67DE-D5D0-2A5DA1EC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324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6FF82-F47F-ABE3-1098-098C50DA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C01856-5A25-3FDD-BBA3-9C023350A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7D23FE-72C8-97E2-E262-83109CBA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664FFF-3A8E-B81E-EAF1-965D778A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FA0447-6D97-971D-2BDB-5548B548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725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459DF2-FF13-A6E3-C16E-2FFB6E7D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BFB85B-DA25-8AA8-C344-9F6D554E2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8BBC4B-C72D-B2A0-F7FD-A057A26A5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1EAB29-AA41-A9AA-6563-1E2AE74A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5105B8-6BB3-4688-A327-CF1EB1B6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CD17C4-553A-F1AE-521F-4CE267CB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1983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FC440-5F98-C649-5EAB-7241452B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55306E-92A7-50F6-B207-90DD82823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771698-B903-BBE5-9D22-24A474E3F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3A022B-B738-9217-F0EE-476AD119A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3A60C08-092E-4A4C-008A-614E72EBA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72E789C-AB92-7ACD-3FA0-BDD439AE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705FF41-D9AD-88B4-4397-1353751CD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2E63240-1EC3-B9F6-86B1-6CE0E7CF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4699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A7FD4-0447-68FA-A115-0B5846AD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F99D20-935A-CEE4-8B8C-3B17D95C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06185A-0ED0-6D73-E048-E1D90CA4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099816-2DAE-B3D8-FFA6-C7075BCA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13155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8D6288-2099-CED2-165A-DC9AC3E0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1BAF6DE-C7FC-1BD7-6B87-476C6982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32E4A4-FA86-81CB-1332-D65E1D28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957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D8AF8A-0F87-472B-4603-4942E828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0E5BC6-A27B-525F-B9E2-74C08703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BDE3BE-B84F-A98F-7B72-5582A4DD3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9D68A9-BE1C-AB71-9E7D-2F58EAA3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E1F531-625B-146F-BAE0-1EF3A238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313D2E-B1CE-BF57-14DD-5A558083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37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6559FF-5F4D-B266-CCD1-BA8D76D7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CB2E0B2-C7EA-5682-ED7B-32A0F098F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94237F-5C4B-E4B9-F4C5-94FBE59CE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144587-D1AB-A634-C69B-2544FDF5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7E546B-8FE1-8A68-9E8D-FA124246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41EB6F-53F6-49F2-446E-72A9600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287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BEB7D5-951E-0E1E-0424-5B7399E1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E0637C-6A28-BA1E-15AD-11F2A106E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AA5D1C-E62D-5936-7A9A-35D8F9B1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ABC909-3A2F-2BB2-CFCF-46A14CF7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612353-40A6-9D18-5EF0-C6B748AE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364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E475DCE-6EEA-D548-8819-1762E7C40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588CCE-6F80-F344-5831-598C350B7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8013D1-0F8A-4470-C011-E9D8F091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512904-6610-7C9D-1519-30D4CD34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3DE7E6-FD66-6ED9-A5B8-4B23228A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7396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1CE030-F1DE-532F-29C4-504DA361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0BD6C8-743E-D5E2-2021-DEA5B4B1C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456512-8021-A27D-B9E1-AFEC4B4E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D62EE-94F5-424D-A86A-0AE2F895BD73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7918BE-984E-67C7-A140-C3D911D39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75B91F-E77E-8E86-5A6A-0016077B0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AFEA5-5072-4093-8842-F040091119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3341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79534-4D06-D00C-45DA-F57E59FA4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Bachelor Thesis Meeting 06.03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5E8BA89-3318-0F1B-67C0-9CB58DE841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Tim Jordi &amp; Thomas Sutter</a:t>
            </a:r>
          </a:p>
        </p:txBody>
      </p:sp>
    </p:spTree>
    <p:extLst>
      <p:ext uri="{BB962C8B-B14F-4D97-AF65-F5344CB8AC3E}">
        <p14:creationId xmlns:p14="http://schemas.microsoft.com/office/powerpoint/2010/main" val="239152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33BA1-46F7-2B56-948C-582AFD14B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endParaRPr lang="de-CH" dirty="0"/>
          </a:p>
        </p:txBody>
      </p:sp>
      <p:pic>
        <p:nvPicPr>
          <p:cNvPr id="7" name="Grafik 6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17CF530D-2261-FC67-6EE6-E9D25896B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082" y="3316482"/>
            <a:ext cx="4565718" cy="3226782"/>
          </a:xfrm>
          <a:prstGeom prst="rect">
            <a:avLst/>
          </a:prstGeom>
        </p:spPr>
      </p:pic>
      <p:pic>
        <p:nvPicPr>
          <p:cNvPr id="5" name="Inhaltsplatzhalter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0BAB0153-C608-32A1-BCDE-C4C4EACDE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590" y="1348721"/>
            <a:ext cx="7640116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66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427605-4B3D-C659-2155-264F197AE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wurde gemacht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1E788E-1B0C-B661-E957-13E1AAADA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Crawler verbessert (Sortierung, Releases)</a:t>
            </a:r>
          </a:p>
          <a:p>
            <a:r>
              <a:rPr lang="de-CH" dirty="0"/>
              <a:t>Analyzer: Bad </a:t>
            </a:r>
            <a:r>
              <a:rPr lang="de-CH" dirty="0" err="1"/>
              <a:t>Dependencies</a:t>
            </a:r>
            <a:r>
              <a:rPr lang="de-CH" dirty="0"/>
              <a:t>, Bad Docker Versions, </a:t>
            </a:r>
            <a:r>
              <a:rPr lang="de-CH" dirty="0" err="1"/>
              <a:t>Workspaces</a:t>
            </a:r>
            <a:endParaRPr lang="de-CH" dirty="0"/>
          </a:p>
          <a:p>
            <a:r>
              <a:rPr lang="de-CH" dirty="0"/>
              <a:t>Analyzer: Fehler mit mehreren </a:t>
            </a:r>
            <a:r>
              <a:rPr lang="de-CH" dirty="0" err="1"/>
              <a:t>pubspec</a:t>
            </a:r>
            <a:r>
              <a:rPr lang="de-CH" dirty="0"/>
              <a:t> </a:t>
            </a:r>
            <a:r>
              <a:rPr lang="de-CH" dirty="0" err="1"/>
              <a:t>files</a:t>
            </a:r>
            <a:r>
              <a:rPr lang="de-CH" dirty="0"/>
              <a:t> in einem Repo</a:t>
            </a:r>
          </a:p>
          <a:p>
            <a:r>
              <a:rPr lang="de-CH" dirty="0" err="1"/>
              <a:t>Orchestrator</a:t>
            </a:r>
            <a:r>
              <a:rPr lang="de-CH" dirty="0"/>
              <a:t>: Dynamic </a:t>
            </a:r>
            <a:r>
              <a:rPr lang="de-CH" dirty="0" err="1"/>
              <a:t>asset</a:t>
            </a:r>
            <a:r>
              <a:rPr lang="de-CH" dirty="0"/>
              <a:t> </a:t>
            </a:r>
            <a:r>
              <a:rPr lang="de-CH" dirty="0" err="1"/>
              <a:t>creation</a:t>
            </a:r>
            <a:r>
              <a:rPr lang="de-CH" dirty="0"/>
              <a:t>, </a:t>
            </a:r>
            <a:r>
              <a:rPr lang="de-CH" dirty="0" err="1"/>
              <a:t>latest</a:t>
            </a:r>
            <a:r>
              <a:rPr lang="de-CH" dirty="0"/>
              <a:t> Flutter Version</a:t>
            </a:r>
          </a:p>
          <a:p>
            <a:r>
              <a:rPr lang="de-CH" dirty="0"/>
              <a:t>React Native: Erstes </a:t>
            </a:r>
            <a:r>
              <a:rPr lang="de-CH" dirty="0" err="1"/>
              <a:t>setup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14895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8FE4B-4B3C-81B9-504D-718ED2B1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Statistik: Flutter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654CC0-3892-E842-9F1A-2CF7F19B6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0A40AB04-810A-DE4A-6368-C9C08BE2D1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78170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63663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557DA-0031-76B2-F0C9-F3B853C4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Flutter: 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9CD1BF-91DC-9D76-6B59-8755F532B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Wie mit mehreren </a:t>
            </a:r>
            <a:r>
              <a:rPr lang="de-DE" dirty="0" err="1"/>
              <a:t>pubspecs</a:t>
            </a:r>
            <a:r>
              <a:rPr lang="de-DE" dirty="0"/>
              <a:t> umgehen? alle </a:t>
            </a:r>
            <a:r>
              <a:rPr lang="de-DE" dirty="0" err="1"/>
              <a:t>builden</a:t>
            </a:r>
            <a:r>
              <a:rPr lang="de-DE" dirty="0"/>
              <a:t> oder nur eines</a:t>
            </a:r>
          </a:p>
          <a:p>
            <a:r>
              <a:rPr lang="de-DE" dirty="0"/>
              <a:t>R8 </a:t>
            </a:r>
            <a:r>
              <a:rPr lang="de-DE" dirty="0" err="1"/>
              <a:t>obfuscation</a:t>
            </a:r>
            <a:r>
              <a:rPr lang="de-DE" dirty="0"/>
              <a:t> geht nur mit release </a:t>
            </a:r>
            <a:r>
              <a:rPr lang="de-DE" dirty="0" err="1"/>
              <a:t>builds</a:t>
            </a:r>
            <a:r>
              <a:rPr lang="de-DE" dirty="0"/>
              <a:t>. Im </a:t>
            </a:r>
            <a:r>
              <a:rPr lang="de-DE" dirty="0" err="1"/>
              <a:t>moment</a:t>
            </a:r>
            <a:r>
              <a:rPr lang="de-DE" dirty="0"/>
              <a:t> wird </a:t>
            </a:r>
            <a:r>
              <a:rPr lang="de-DE" dirty="0" err="1"/>
              <a:t>debug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 verwendet</a:t>
            </a:r>
          </a:p>
          <a:p>
            <a:r>
              <a:rPr lang="de-DE" dirty="0"/>
              <a:t>Modularität wichtig oder darf </a:t>
            </a:r>
            <a:r>
              <a:rPr lang="de-DE" dirty="0" err="1"/>
              <a:t>duplicated</a:t>
            </a:r>
            <a:r>
              <a:rPr lang="de-DE" dirty="0"/>
              <a:t> code existieren?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5676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88C5B-366A-2AEB-4ED3-78BCE340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React Native: Erkenntnisse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2A6CF9-BA61-48AF-52DE-47605CF04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Schwierig zu crawlen</a:t>
            </a:r>
          </a:p>
          <a:p>
            <a:r>
              <a:rPr lang="de-CH" dirty="0"/>
              <a:t>Erstaunlich Erfolgreiche </a:t>
            </a:r>
            <a:r>
              <a:rPr lang="de-CH" dirty="0" err="1"/>
              <a:t>Builds</a:t>
            </a:r>
            <a:endParaRPr lang="de-CH" dirty="0"/>
          </a:p>
          <a:p>
            <a:r>
              <a:rPr lang="de-CH" dirty="0" err="1"/>
              <a:t>Prefiltering</a:t>
            </a:r>
            <a:r>
              <a:rPr lang="de-CH" dirty="0"/>
              <a:t> wichtig</a:t>
            </a:r>
          </a:p>
          <a:p>
            <a:r>
              <a:rPr lang="de-CH" dirty="0"/>
              <a:t>Erkenntnisse von Flutter können grösstenteils übernommen werden</a:t>
            </a:r>
          </a:p>
        </p:txBody>
      </p:sp>
    </p:spTree>
    <p:extLst>
      <p:ext uri="{BB962C8B-B14F-4D97-AF65-F5344CB8AC3E}">
        <p14:creationId xmlns:p14="http://schemas.microsoft.com/office/powerpoint/2010/main" val="62760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177137-6FF4-1CB6-DED8-31877BC2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Statistik: 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9EC22B-3816-DF94-C6D0-515CC49F4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FCD54360-B1A6-0479-C240-36A1C694BE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4187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6519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A6F07A-F40F-FC43-8C33-534D97A8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React Native: 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AC42F3-3DBE-C1AB-FA9E-50ACD0E5C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Dependency</a:t>
            </a:r>
            <a:r>
              <a:rPr lang="de-CH" dirty="0"/>
              <a:t> Resolution forcieren? (Peer </a:t>
            </a:r>
            <a:r>
              <a:rPr lang="de-CH" dirty="0" err="1"/>
              <a:t>dependencies</a:t>
            </a:r>
            <a:r>
              <a:rPr lang="de-CH" dirty="0"/>
              <a:t> </a:t>
            </a:r>
            <a:r>
              <a:rPr lang="de-CH" dirty="0" err="1"/>
              <a:t>legacy</a:t>
            </a:r>
            <a:r>
              <a:rPr lang="de-CH" dirty="0"/>
              <a:t> erlauben)</a:t>
            </a:r>
          </a:p>
          <a:p>
            <a:r>
              <a:rPr lang="de-CH" dirty="0" err="1"/>
              <a:t>Frozen</a:t>
            </a:r>
            <a:r>
              <a:rPr lang="de-CH" dirty="0"/>
              <a:t> </a:t>
            </a:r>
            <a:r>
              <a:rPr lang="de-CH" dirty="0" err="1"/>
              <a:t>lockfile</a:t>
            </a:r>
            <a:r>
              <a:rPr lang="de-CH" dirty="0"/>
              <a:t> wichtig? (</a:t>
            </a:r>
            <a:r>
              <a:rPr lang="de-CH" dirty="0" err="1"/>
              <a:t>yarn</a:t>
            </a:r>
            <a:r>
              <a:rPr lang="de-CH" dirty="0"/>
              <a:t>/</a:t>
            </a:r>
            <a:r>
              <a:rPr lang="de-CH" dirty="0" err="1"/>
              <a:t>npm</a:t>
            </a:r>
            <a:r>
              <a:rPr lang="de-CH" dirty="0"/>
              <a:t>)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9241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0A6F86-6F6F-B956-55F1-0DFABF64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Woran bin ich?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97D73F-30A1-3AE5-876D-34BD3204E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Flutter: R8</a:t>
            </a:r>
          </a:p>
          <a:p>
            <a:r>
              <a:rPr lang="de-CH" dirty="0"/>
              <a:t>RN: </a:t>
            </a:r>
            <a:r>
              <a:rPr lang="de-CH" dirty="0" err="1"/>
              <a:t>Typescript</a:t>
            </a:r>
            <a:r>
              <a:rPr lang="de-CH" dirty="0"/>
              <a:t> Repos, Ground Truth Files</a:t>
            </a:r>
          </a:p>
        </p:txBody>
      </p:sp>
    </p:spTree>
    <p:extLst>
      <p:ext uri="{BB962C8B-B14F-4D97-AF65-F5344CB8AC3E}">
        <p14:creationId xmlns:p14="http://schemas.microsoft.com/office/powerpoint/2010/main" val="340253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FE53A-84D2-0628-3B7D-78140595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geplant?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DD94C5-B2C7-2F15-5194-BB44FCECC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RN: Split per ABI, R8</a:t>
            </a:r>
          </a:p>
          <a:p>
            <a:r>
              <a:rPr lang="de-CH" dirty="0"/>
              <a:t> Nächstes Framework</a:t>
            </a:r>
          </a:p>
          <a:p>
            <a:r>
              <a:rPr lang="de-CH" dirty="0" err="1"/>
              <a:t>Evtl</a:t>
            </a:r>
            <a:r>
              <a:rPr lang="de-CH" dirty="0"/>
              <a:t> Start mit Schriftlicher Arbeit/</a:t>
            </a:r>
            <a:r>
              <a:rPr lang="de-CH" dirty="0" err="1"/>
              <a:t>Related</a:t>
            </a:r>
            <a:r>
              <a:rPr lang="de-CH" dirty="0"/>
              <a:t> </a:t>
            </a:r>
            <a:r>
              <a:rPr lang="de-CH" dirty="0" err="1"/>
              <a:t>work</a:t>
            </a:r>
            <a:r>
              <a:rPr lang="de-CH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00238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2EAF0E-DEA6-F8FA-0C15-84905F09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D7FE1D-EF9C-A378-A5FB-6D823311A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Crawlen nach nicht eindeutigen Sprachen ist schwierig</a:t>
            </a:r>
          </a:p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8088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Breitbild</PresentationFormat>
  <Paragraphs>59</Paragraphs>
  <Slides>11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Bachelor Thesis Meeting 06.03</vt:lpstr>
      <vt:lpstr>Recap</vt:lpstr>
      <vt:lpstr>Was wurde gemacht</vt:lpstr>
      <vt:lpstr>Statistik: Flutter</vt:lpstr>
      <vt:lpstr>Flutter: Fragen</vt:lpstr>
      <vt:lpstr>React Native: Erkenntnisse</vt:lpstr>
      <vt:lpstr>Statistik: RN</vt:lpstr>
      <vt:lpstr>React Native: Fragen</vt:lpstr>
      <vt:lpstr>Woran bin ich?</vt:lpstr>
      <vt:lpstr>Was ist geplant?</vt:lpstr>
      <vt:lpstr>Probleme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Jordi, Tim Frederik (STUDENTS)</dc:creator>
  <cp:lastModifiedBy>Jordi, Tim Frederik (STUDENTS)</cp:lastModifiedBy>
  <cp:revision>3</cp:revision>
  <dcterms:created xsi:type="dcterms:W3CDTF">2026-03-05T10:14:07Z</dcterms:created>
  <dcterms:modified xsi:type="dcterms:W3CDTF">2026-03-06T10:48:14Z</dcterms:modified>
</cp:coreProperties>
</file>